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E18FF-A0A2-6A50-C0C7-A18DFB02E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541481-B96E-1F68-A86A-DDCDABD70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9F3C8-0137-6DBF-1B5B-A59398AB0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372FFB-5262-D2FC-78B0-5104D6B5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F51F1C-9A09-B934-D9CE-414AE310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7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A4F3C-AB78-F68B-0053-2A3C303A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81611-9485-1146-AA12-137A7836D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F08AE-A925-7C97-5C0D-878EABA1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10AA8-9025-E81D-0D83-AA3540E6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6B46F-B3F5-B76E-7B5D-BB0C558A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7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B9512A-6F6E-B9DF-63F8-B1E8A2D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2E789B-A10D-673C-87F4-BD9C2D5E1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416A3-122B-E9A0-8083-6ECA25C0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43C470-D86B-B984-BB43-09FE8909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78B86-94A9-356F-D01F-B6B48355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76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321AA-6C06-CCD6-7A04-DC1DF6D0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33B54-0123-1584-A9EE-E59A885DC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2294D3-010C-B207-BEB1-2CA418C90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75928C-5F3D-2733-7841-5CAD399E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1BE7AF-3797-1ECB-36B3-B2BB8594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47B75B-34CC-C5F5-8F1A-202E6A926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6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32412-8A7B-1C4B-FAF4-F2CA4336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5E183D-459F-44A8-2208-0D667A3DC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C8FCE9-45E1-76FA-E576-59B2195EF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629A6B-C311-503C-0421-96187DF23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2CDAE5-15EF-CC47-BCC7-4DCCAE286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66F83D-762F-523A-ECB8-656F0DC3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257A87-4156-E6D8-5AC8-6C555FBB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AFA399-393F-5E7C-D2E2-A7DC7DA9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91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197FA-BB1E-B6E3-4A34-E7D751C2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0FF707-7A67-28CF-DF4B-C2F769C4A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8BBBCD-E1B5-B212-7A59-B67E67D4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8FD1CE-542C-F327-9461-E2C066EB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1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0A5E8A5-DCEB-7FB9-72F6-1CD96AF9A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2CB5C7-8E57-2858-1BB8-0B49DCA4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A52FE-7642-980A-AD46-363A922B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88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0800E-B802-C2C0-0F0D-FA29864F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D9AB8-3515-80EE-C3F6-DBFB2040A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9BEC6A-D2A9-04BC-0800-F032A7DDF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A0A217-E913-23FD-E229-A1BF9623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A09855-4CEC-8AFF-0379-7CE843B4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38BD6E-F0F5-3A78-61E9-A02AED86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3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6011B-FB40-70B0-C1CB-A269CD51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DCD422-8FFC-0857-22A6-57EAF0D2D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1271EC-3168-60CF-66B8-601944168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6A844A-840C-DA3F-20DE-E419DC77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E80A7-52F9-C324-63A5-84A7CDDA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2D5D9C-5035-6324-C66B-383ECD87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4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BE341-FDA9-AC52-3A70-92615182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062095-EE09-0CD1-F6CC-A296535E6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2AAA1B-3CD1-B188-5656-2835CA5F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B51B34-C72B-B695-8D1B-DD98A7B6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3B6E14-1416-71E3-9B2D-EAEE0C6C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4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A1B754-6D34-4A33-5E8C-361003777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515D83-729F-96B5-4295-D211926D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55E558-73EE-6168-30F7-F789DC59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38478-E8B8-A697-5E08-8F707BB4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02AAD-E307-49BE-E131-FEC70A2C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9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B16F27-C58C-12B1-EB13-EB43E310E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D36ECE-373F-5F15-7AEF-30E6F5BB5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15508-CB3A-6DA8-02F9-CA12E7279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DC559-67F1-4F75-B3E3-AEF28E10DEB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63D516-2291-45E4-5F2E-FDB52D4A1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D2F233-2BE8-5BD7-7255-44DA6A2F9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FB59C-209A-4F60-8351-E2113A4CA8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03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A3606-96FF-7A1E-FFBB-2CEABFFA98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ROS</a:t>
            </a:r>
            <a:r>
              <a:rPr lang="zh-CN" altLang="en-US" dirty="0"/>
              <a:t>学习笔记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FE0DEC-D947-B7D8-89C1-869822E95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85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5626FFF-4A52-DFF3-EC3C-018D245F53CF}"/>
              </a:ext>
            </a:extLst>
          </p:cNvPr>
          <p:cNvSpPr txBox="1"/>
          <p:nvPr/>
        </p:nvSpPr>
        <p:spPr>
          <a:xfrm>
            <a:off x="4848150" y="800237"/>
            <a:ext cx="2745028" cy="403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altLang="zh-CN" b="0" i="0" dirty="0">
                <a:solidFill>
                  <a:srgbClr val="18191C"/>
                </a:solidFill>
                <a:effectLst/>
                <a:latin typeface="PingFang SC"/>
              </a:rPr>
              <a:t>ROS </a:t>
            </a:r>
            <a:r>
              <a:rPr lang="zh-CN" altLang="en-US" b="0" i="0" dirty="0">
                <a:solidFill>
                  <a:srgbClr val="18191C"/>
                </a:solidFill>
                <a:effectLst/>
                <a:latin typeface="PingFang SC"/>
              </a:rPr>
              <a:t>中保存和加载地图</a:t>
            </a:r>
          </a:p>
        </p:txBody>
      </p:sp>
    </p:spTree>
    <p:extLst>
      <p:ext uri="{BB962C8B-B14F-4D97-AF65-F5344CB8AC3E}">
        <p14:creationId xmlns:p14="http://schemas.microsoft.com/office/powerpoint/2010/main" val="238647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10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PingFang SC</vt:lpstr>
      <vt:lpstr>等线</vt:lpstr>
      <vt:lpstr>等线 Light</vt:lpstr>
      <vt:lpstr>Arial</vt:lpstr>
      <vt:lpstr>Office 主题​​</vt:lpstr>
      <vt:lpstr>ROS学习笔记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Haodong Zheng</dc:creator>
  <cp:lastModifiedBy>Haodong Zheng</cp:lastModifiedBy>
  <cp:revision>1</cp:revision>
  <dcterms:created xsi:type="dcterms:W3CDTF">2025-07-24T05:57:59Z</dcterms:created>
  <dcterms:modified xsi:type="dcterms:W3CDTF">2025-07-24T17:19:35Z</dcterms:modified>
</cp:coreProperties>
</file>