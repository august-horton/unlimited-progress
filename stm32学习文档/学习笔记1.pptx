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546" r:id="rId2"/>
    <p:sldId id="266" r:id="rId3"/>
    <p:sldId id="257" r:id="rId4"/>
    <p:sldId id="256" r:id="rId5"/>
    <p:sldId id="258" r:id="rId6"/>
    <p:sldId id="259" r:id="rId7"/>
    <p:sldId id="260" r:id="rId8"/>
    <p:sldId id="272" r:id="rId9"/>
    <p:sldId id="273" r:id="rId10"/>
    <p:sldId id="545" r:id="rId11"/>
    <p:sldId id="267" r:id="rId12"/>
    <p:sldId id="268" r:id="rId13"/>
    <p:sldId id="269" r:id="rId14"/>
    <p:sldId id="261" r:id="rId15"/>
    <p:sldId id="270" r:id="rId16"/>
    <p:sldId id="264" r:id="rId17"/>
    <p:sldId id="262" r:id="rId18"/>
    <p:sldId id="263" r:id="rId19"/>
    <p:sldId id="271" r:id="rId20"/>
    <p:sldId id="547" r:id="rId21"/>
    <p:sldId id="54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5079" autoAdjust="0"/>
  </p:normalViewPr>
  <p:slideViewPr>
    <p:cSldViewPr snapToGrid="0">
      <p:cViewPr>
        <p:scale>
          <a:sx n="200" d="100"/>
          <a:sy n="200" d="100"/>
        </p:scale>
        <p:origin x="-3328" y="-2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22681" units="1/cm"/>
          <inkml:channelProperty channel="T" name="resolution" value="1" units="1/dev"/>
        </inkml:channelProperties>
      </inkml:inkSource>
      <inkml:timestamp xml:id="ts0" timeString="2025-07-23T13:37:37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4921 11271 0,'27'0'94,"-14"0"-94,0 0 0,14 0 31,12 0 1,-25 0-32,12 0 15,-13 0-15,0 0 16,14 0 62,13 0 188,-14 0-235,-13 0-31,1 0 0,-1 0 15,0 0-15,40 0 47,13 0-31,-53 0 0,1 0-16,-1 0 15,0 0-15,0 0 31,27 0 79,-27 0-95,0 0-15,1 0 0,25 0 16,-26 0 78</inkml:trace>
  <inkml:trace contextRef="#ctx0" brushRef="#br0" timeOffset="1543.36">5649 10491 0,'-13'198'125,"13"-171"-109,-14-14-16,14 13 0,0 40 31,0-39-31,0 39 109,0-53-109,0 27 32,0 39-1,0-52-31,14 52 31,-14-66-15,0 1-16,0-1 0,0 0 0,0 0 15,0 27 17,-14-40 61</inkml:trace>
  <inkml:trace contextRef="#ctx0" brushRef="#br0" timeOffset="2812.03">5662 10438 0,'53'0'109,"-27"0"-109,14 0 16,159 26 15,-186-26-31,0 0 16,0 0-16,-13 14 16,40-14 15,-14 0-16,80 0 17,-93 0-1,14 0 0,13 0-15,-1-14-16,-25 14 0,65-13 47,-66 13-16,14 0 0,-14-13-31,27 13 31,-27 0 110,13 0-110</inkml:trace>
  <inkml:trace contextRef="#ctx0" brushRef="#br0" timeOffset="3813.43">6535 10438 0,'0'13'141,"0"0"-141,0 1 0,-13 25 16,13-26-1,0 14 1,-13-27-16,13 26 31,0-12-31,0-1 63,-13 26-32,13-12-31,-14-14 0,14 14 15,-13-14-15,13 40 32,0-40-1,0 0 0,0 0-31,0 1 0,0-1 16,0 0-16,0 14 15,0-14-15,0 0 0,0 66 16,0-65 0,0 52 15,13-53-31,-13 80 141</inkml:trace>
  <inkml:trace contextRef="#ctx0" brushRef="#br0" timeOffset="4783.5">6482 11179 0,'119'0'156,"27"-27"-140,-133 27-16,0 0 0,1 0 0,-1 0 0,26-13 31,-25 13-31,25 0 31,-25 0-31,-1 0 0,13-13 16,1 13 0,-14 0-1,0 0-15,0 0 0,1-14 16,-1 14-1,40 0 17,-40 0-32,-13-13 0,13 13 0,27 0 15,-14 0 1,-12 0 15,52 0 0,-53 0-31,0 0 0,27 0 32,-27 0-1,80 0 0,-67 13-31,-13-13 16,1 0-16,39 0 15</inkml:trace>
  <inkml:trace contextRef="#ctx0" brushRef="#br0" timeOffset="5697">7501 10491 0,'0'106'125,"0"-67"-109,0 94-1,0-120 1,0 0-16,-13 0 16,13 0-16,0 14 15,0-14-15,-14-13 0,14 27 47,0-14-47,0 79 31,0-78-15,0 12 15,0 1-15,0-14-1,0 13 64,0-13-64</inkml:trace>
  <inkml:trace contextRef="#ctx0" brushRef="#br0" timeOffset="6701.08">7620 10332 0,'40'0'109,"-1"0"-109,1 0 16,-27 0-16,1 0 0,12 0 15,40 0 1,-13 0 15,-40 0-31,53-13 31,-52 13-31,65-13 32,-39 13-1,-14 0-31,-13 0 0,27 0 15,26 0 17,-53 0-1,1 0-31,-1 0 0,40 0 31,-27 0-31,-12 0 16,25 0 46,-12 0-62,-14 0 0,13 0 16,-12 0-16,-1 0 0</inkml:trace>
  <inkml:trace contextRef="#ctx0" brushRef="#br0" timeOffset="7670.1">8533 10306 0,'-13'0'125,"-1"0"-125,14 26 0,-26 40 0,26-53 0,0 1 0,-40 105 46,40-106-46,0 0 0,0 0 32,-13 1-1,13-1-31,-13 66 31,0-66-31,-1 14 0,14-14 16,-13 53 15,13-53-31,-13 14 16,13 13 15,-13-14-15,13 14-1,0-27 1,0 0-16,0 14 15,0-14 64,0 40-48,0-40-16,13 0 1</inkml:trace>
  <inkml:trace contextRef="#ctx0" brushRef="#br0" timeOffset="8551.99">8361 11112 0,'13'0'94,"119"-13"-63,-118 13-15,-1 0-16,40-13 15,-40 13-15,0 0 0,0 0 16,40 0-16,-39-13 16,12 13-1,-13 0 16,14 0-15,-1 0-16,93-13 31,-106 13-31,27 0 63,0 0-48,13 0 1,-40 0-16,13 0 0,-12-14 0,12 14 16,27 0 46,-40 0-46,1 0-16,-1 0 0,0 0 62</inkml:trace>
  <inkml:trace contextRef="#ctx0" brushRef="#br0" timeOffset="9615.71">9287 10332 0,'13'0'141,"-13"13"-125,0 14-16,0-14 0,0 0 0,0 0 0,0 1 0,0-1 15,0 66 1,0-66-16,0 80 31,0-80-31,0 0 0,-13-13 16,13 14-16,0-1 47,0 53-16,0 13 0,0-65-31,-13 39 31,13-40-31,0 13 32,0-12-1,0-1-31,0 40 31,0-27-15,0-13-16,-14-13 0,14 14 15,0-1-15,0-26 110</inkml:trace>
  <inkml:trace contextRef="#ctx0" brushRef="#br0" timeOffset="10895.76">9234 10292 0,'40'14'125,"-14"-1"-125,-13-13 0,1 0 16,25 13 0,-12-13 15,-1 0-31,14 13 16,26-13-1,-53 13-15,0-13 0,1 0 31,25 0 1,-12 0-32,26 0 15,-40 0-15,13 0 32,-12 0-17,-1 0 16,13 0-15,-12 0-16,-1 0 0,0 0 16,66 0 15,-12 0 0,-54 0-31,0 0 0,27 0 31,-27 0-31,13 0 32,-12 0-32,-1 0 15,93-13 17,-80 13-17,-13 0 1,1 0-1,-1 0 17,13 0-1,-12 0-31</inkml:trace>
  <inkml:trace contextRef="#ctx0" brushRef="#br0" timeOffset="11723.44">10306 10345 0,'0'80'125,"0"-54"-125,0-13 0,0 1 0,0 25 16,0-12-16,0-14 0,0 0 0,0 0 15,0 14 1,0-1-16,0 1 0,0-14 0,0 0 0,0 0 15,0 1 1,0-1 15,0 0 32,0 14-48,0-14-15,0 0 32,0 27-1,0-14-31,0-13 31,0 1-31,0-1 16,-14 0-16,14 27 31,0-27 0,-13 27-15,13-27 0,0 0-16,0 14 0,-13 39 15,13-53-15,0 0 31</inkml:trace>
  <inkml:trace contextRef="#ctx0" brushRef="#br0" timeOffset="16303.51">10319 11073 0,'13'0'109,"0"0"-109,0 0 16,1 0-16,-1 0 0,40 0 15,92-13 1,-118 13-16,-1 0 0,133-27 16,-133 27-16,14-13 15,145-27 1,-171 40-16,-1 0 0,0 0 0,0-13 0,0 13 16,14 0-16,-14 0 0,0 0 15,1 0-15,-1 0 31,0 0-15,225-40 15,-211 40-31,-14 0 0,0 0 0,14-13 32,-14 13 14,0 0-30,93 0 31,-93 0-47</inkml:trace>
  <inkml:trace contextRef="#ctx0" brushRef="#br0" timeOffset="24837.06">4974 10689 0</inkml:trace>
  <inkml:trace contextRef="#ctx0" brushRef="#br0" timeOffset="27968.89">5239 10808 0,'-66'80'94,"52"-54"-94,1-13 0,0 1 0,-14 12 16,-39 40-1,66-53 95,53 14-79,-40-27-31,67 0 31,-67 0-31,27 0 16,-14 0-16,-13 0 0,1 0 0,-1 0 0,40 0 16,-40 0-16,-13-13 0,13 13 15,80-80 79,-80 67-94,14-13 16,-14 12-16,-13 1 0,13 13 0,13-53 31,-26 40-31,0-14 31,0 14 0,-26-66 1,26 66-32,-13 13 0,13-14 0,0 1 15,-27 0 63,14 13-62,0 0 62,0 0-78,-1 0 0,-78 0 16,79 0-1,-1 0 32,-12 26-31,13-26-16,-1 14 0,1-1 0,-26 0 15,25-13 1</inkml:trace>
  <inkml:trace contextRef="#ctx0" brushRef="#br0" timeOffset="29023.05">6085 9604 0,'0'146'94,"0"-133"-79,-53 172 17,53-158-1,-13-27 0,13 13 157,-13 53-173,0-26-15,13-27 0,0 14 0,-13 52 16,13-53-16,-14-12 0,14-1 0,-13-13 0,13 13 16</inkml:trace>
  <inkml:trace contextRef="#ctx0" brushRef="#br0" timeOffset="45760.21">22344 7699 0,'13'0'16,"1"0"46,-1 0-62,0 0 16,80 0 15,-80 0-31,0 0 16,0 0-16,0 0 0,67 0 15,-67 0-15,0 0 16,27 0-1,-27 0-15</inkml:trace>
  <inkml:trace contextRef="#ctx0" brushRef="#br0" timeOffset="47404.84">6588 8281 0,'66'14'78,"-26"-14"-78,39 0 31,-52 0-31,-14 0 0,0 0 0,106 0 31,67-14-31,-160 1 16,0 13-16,-12 0 0,12 0 0,1 0 0,-14 0 0,66 0 15,-66-13-15,14 13 16,79-13 0,-80 13 15,-13 0 16</inkml:trace>
  <inkml:trace contextRef="#ctx0" brushRef="#br0" timeOffset="49272.86">6615 9869 0,'0'132'78,"0"-92"-62,0 13-16,0-40 0,13 14 0,-13-14 0,0 13 16,0 1-16,13 118 15,-13-132 1,27 67 0,-27-67-16,0 0 0,0 1 0,0 52 31,0-53-31,0 0 0,0 0 15,0 53 1,0-26 15</inkml:trace>
  <inkml:trace contextRef="#ctx0" brushRef="#br0" timeOffset="50325.45">8480 9247 0,'0'0'0,"13"0"0,-13 27 78,13 26-78,-13-40 0,14 0 16,25 331 15,-39-331-31,0 0 0,0 14 16,0 26 15,-13 13 16,0-13-47,13-27 0,0-12 0,0-1 0,0 13 15,0-13-15,-13 27 16,13-13-16,0-14 16,-14 0-1,14 0-15,0 1 16,-26 12 0,26-13-16,0 0 0,0 1 31,0-1-16,-40 80 17,40-14-1,0-66-31,0 27 31,0-27-31</inkml:trace>
  <inkml:trace contextRef="#ctx0" brushRef="#br0" timeOffset="52152.07">6628 9168 0,'0'79'94,"0"-52"-78,0-14-16,0 0 0,0 106 31,0-53-31,0-52 0,0-1 16,0 0-16,0 0 0,0 27 15,0 13 1,0-40 0,0 0 15,0 1-31,0-1 0,0 0 0,0 0 15,0 40 1,0-13 15,0-14 1,0-13-32,0 40 0,0-39 0,0-1 0,0 0 15,0 14 1,0 78 15,0-65 0,0 0 1,0-27-17,0 40 1,0-40-1,0 0 1,0 1-16,0 52 31,0-53-15,0 27 0,0-27 15,0 0 16,0 0-47,0 1 15,-13 39 1,13-40-16,0 0 0,-14 27 16,14-14-1,-13-13 1,13 1 62</inkml:trace>
  <inkml:trace contextRef="#ctx0" brushRef="#br0" timeOffset="62791.75">7091 10292 0,'13'0'110,"0"0"-95,1 0-15,65 0 16,-66 0-16,27 0 15,-14 0-15,-13 0 0,40 0 16,278-53 15,-318 53-31,1 0 0,-1 0 16,0 0 46,27 0-30,-27 0-1,0 0-31,0 0 0,54 0 31,-41 0-31,-13 0 16,1 0 15</inkml:trace>
  <inkml:trace contextRef="#ctx0" brushRef="#br0" timeOffset="64852.83">7038 10398 0,'13'40'62,"14"0"-46,-27 65 15,0-91-31,0-1 0,0 40 16,0-40 0,0 13-16,0-12 0,-14 25 31,14-25 0,0-1 16,0 0-47,0 0 16,0 0-16,0 27 15,0-27 1,0 1-16,0-1 15,0 13 1,0-12 0,0 25-1,-13-12 1,13-14 0,0 0-1,-13 80 48,13-80-63,0 0 0,-13 14 31,13-14-31</inkml:trace>
  <inkml:trace contextRef="#ctx0" brushRef="#br0" timeOffset="66278.98">7078 10954 0,'0'13'32,"0"13"-32,0-12 15,0 78 16,0-79-31,0 1 16,0-1-16,-14 66 16,14-65-16,0-1 0,0 26 0,0 28 15,-13-67-15,13 26 0,0-13 0,-13 14 16,13-14 0</inkml:trace>
  <inkml:trace contextRef="#ctx0" brushRef="#br0" timeOffset="67694.03">8281 10967 0,'14'0'63,"-1"40"-32,-13-27-15,0 79 15,0-52 0,0-27-15,0 1-16,0-1 0,0 0 16,0 40-1,0-40 126,0 0-141,0 14 15,0-14-15,-13 27 32,13-27-32,0 0 0,0 27 31,0-27-31,0 0 31</inkml:trace>
  <inkml:trace contextRef="#ctx0" brushRef="#br0" timeOffset="69287.12">7514 8916 0,'13'0'63,"67"0"-32,-27 0 0,13 14-15,-53-14-16,40 0 0,-40 13 0,14-13 0,-14 0 0,13 13 15,-12-13 1,-14 13 62,0 1-78,0 12 0,-172 199 31,145-185-31,14-14 0,-14 1 0,14 12 0,-132 186 16,131-198-16,1-1 16,-26 27-16,25-40 0,14 0 0,0 1 0,-13 12 15,0-26 17,13 13-1</inkml:trace>
  <inkml:trace contextRef="#ctx0" brushRef="#br0" timeOffset="70334.39">7977 9260 0,'0'80'78,"13"-67"-63,1-13 79,-1 0-94,-13-13 0,13-14 16,-13 14-16,13 13 0,1-40 31,12 27-31,-13-13 0,0 13 16,1 13-16,-14-14 0,13-12 15,-13 13-15,13 13 0,-13-14 0,13 1 16,-13-27 0,0 27 15,-13 13 109,0 0-140,0 0 16,-1 0-16,1 0 16,-93 80-1,93-67-15,-13 13 32</inkml:trace>
  <inkml:trace contextRef="#ctx0" brushRef="#br0" timeOffset="71190.95">8401 8771 0,'13'-13'109,"0"13"-109,-13-14 16,13 1-1,0 13-15,-13-13 16,14-13-1,-1-14 32,-13 13-15,0 54 77,-13-14-109,-1-13 16,-12 40 15,26-27 0,0 0-15,-13 14 15,13-14 0,13-13 0,13 0-31,1 13 16,-14-13-16,106 0 16,-106 0-16,1 13 0,-1-13 0,0 0 0,27 0 15</inkml:trace>
  <inkml:trace contextRef="#ctx0" brushRef="#br0" timeOffset="71719.39">8850 8612 0,'-53'80'47,"40"-54"-47,-13-13 15,12 0-15,-65 107 16,53-94-16,12-13 0,1 0 0,0-13 0,0 27 0,-1-14 15,1 0-15,13 1 0,-119 144 16,106-144-16,0-1 16,13 0-16,-80 80 31,67-93-31,13 13 0,0 0 16,-13-13-16,13 13 0,0 1 0,-13-14 0,13 13 0,-14-13 0,14 13 15,-132 133 1,119-146-16,13 13 15,-13-13-15,13 13 0,-27 0 32,54-52 15,-14 39-47</inkml:trace>
  <inkml:trace contextRef="#ctx0" brushRef="#br0" timeOffset="72787.23">8559 9221 0,'13'0'31,"14"79"0,-27-66-15,13-13 46,0 0-62,1 0 16,-1-13 15,-13 0-31,13 13 0,-13-13 16,66-159 31,-66 158-47,0 1 0,0 0 31,0 0 0,0 0-15,0-14 15,-53 27 94,27 27-109,13-27-16,-1 0 0,1 13 0,0-13 0,0 0 15,-1 13 17,14 0-1,-13-13-31,0 13 16,0-13-16,-27 40 31,40-27 0</inkml:trace>
  <inkml:trace contextRef="#ctx0" brushRef="#br0" timeOffset="85862.26">7183 16656 0,'14'0'109,"12"13"-93,345 13-1,-332-26-15,1 13 0,264-13 32,-251 0-32,-13 0 0,-14 0 0,1 0 0,-1 0 0,-13 0 15,1 0-15,12 0 0,-13 0 0,1 0 16,-1 0-16,0 0 0,53-13 0,-66 0 15,27 13-15,-1 0 0,1 0 0,-1-13 0,0 13 0,1 0 0,-14 0 16,252-27 0,-252 27-16,13 0 0,27 0 15,53 0 1,-93 0-16,14 0 16,65-13-1,-78 13-15,-1-13 0,0 13 0,0 0 16,239-13 15,-239 13-31,0 0 0,0 0 0,1 0 16,12 0-16,53 0 15,133 0 17,-185 0-32,-1 0 0,-13 0 0,40 0 15,0 0 1,-40 0-16,1 0 0,-1 0 0,79 0 31,-65 0-31,-14 0 0,0 0 0,14 0 16,198 0 15,-212 0-31,0 0 16,0 0-16,1 0 15,52 0 16,-53 0-31,0 13 0,0-13 16,14 0-16,-14 0 0,0 0 0,1 0 16,-1 0-16,0 0 0,0 0 15,0 0-15,80 0 32,-80 0-32,1 0 0,91-13 31,-91 13-31,-1 0 0,0 0 0,40 0 31,-13 0 0,-27 0-31,53 0 32,0 0-1,-53 0-31,14 0 31,-1 0-31,80 0 31,-66 0-31,-27 0 0,14 0 32,-14 0-1,0 0-31,133 0 15,-133 0-15,66 0 32,-79-14 15,13 14 78,27 0-94,0 0-31,-27 0 0,-13-13 0,13 13 15,0 0 1</inkml:trace>
  <inkml:trace contextRef="#ctx0" brushRef="#br0" timeOffset="89935.89">15835 11695 0,'0'-14'32,"14"14"14,171 0-14,-132 0-32,277 40 31,-263-27-31,-41-13 0,0 0 0,1 0 0,-14 0 0,80 14 16,-80-14-16,27 0 0,-14 0 0,14 0 0,158 0 15,-132 0-15,-39 0 0,26 0 0,0 0 0,26 0 16,622-67 15,-674 67-31,52-13 0,-66 13 0,27 0 16,-27 0-1,212-13 1,-212 13 0,464-40-1,-451 40 1,-13 0-16,40 0 15,-40 0-15,106 0 16,-105 0 0,-1 0-16,27 0 0,-14 0 0,-13 0 0,14 0 0,65 0 15,279-39 1,-332 25-16,1 14 0,0-13 16,0 13-16,-1-13 0,1 13 0,-14-13 0,14-1 0,-27 14 0,27-13 0,0 13 15,-14-13-15,14 0 0,185-40 16,-186 53-16,-12 0 0,-14 0 0,14-13 0,-1 13 0,14 0 0,-27 0 15,185-14 17,-184 14-32,12 0 0,-13 0 0,0 0 0,14 0 15,-14 0-15,14 0 0,-14 0 0,0 0 16,186-26 0,-173 13-16,0 13 15,1 0-15,-1 0 0,-12-14 0,78 14 16,-79 0-16,14 0 0,92 0 15,-106 0-15,27 0 32,132 0 15,-66 0-47,-67 0 0,-25 0 0,12 0 0,14 0 0,-14 0 0,1 0 15,12 0-15,147 27 16</inkml:trace>
  <inkml:trace contextRef="#ctx0" brushRef="#br0" timeOffset="91599.89">15584 15690 0,'40'0'62,"-14"0"-62,239-13 16,-226-1-16,-12 14 0,92-13 15,-66 0-15,-14 13 0,1-13 0,13-1 0,-13 1 0,13 13 16,304-92 0,-304 65-16,79 1 0,-92 12 0,13 14 0,-14-13 0,1 13 15,317-66 17,-291 66-1,-66-13-31,14 13 0,-1 0 0,265 0 31,-199 0-31,-52 0 0,396-27 31,-383 27-31,-27 0 0,0 0 0,119 0 16,-118 0 0,25 0-16,-26 0 0,14 0 0,-1 0 0,27 14 15,-26-14-15,-14 13 0,13-13 0,332 26 16,-332-26-16,14 0 15,330 0 17,-357 0-32,54 0 0,-41 0 0,0 0 0,14 0 0,-27 0 15,1 0-15,25 0 0,-12 14 0,-1-14 0,1 0 0,-1 13 16,1-13-16,-14 0 0,0 0 0,93 0 16,-93 0-16,14 0 0,92 0 15,225 26 1,-318-26-1,14 13-15,-27-13 0,344 67 16,-330-67 0,-1 0-16,172 13 31,-171-13-31,52 0 0,-52 0 0,-14 0 16,53 0-16,-39 0 0,-14 0 0,146 0 15,-120 13-15,-12-13 0,79 0 16,-1 0 15,-91 0-31,25 0 0,-25 0 0,25 0 16,-26 0-16,1 0 0,39 13 0,-14-13 0,-12 0 15,-14 0-15,53 0 0,-39 0 0,-14 0 0,13 0 0,14 0 0,26 0 16,-39 14-16,-1-14 0,133 0 31,-106 0 32,-27 0-63,-13 0 0,1 0 0,-1 0 0,27 0 15,-27 0 1,26 0-16</inkml:trace>
  <inkml:trace contextRef="#ctx0" brushRef="#br0" timeOffset="97711.62">15901 11668 0,'0'0'0,"27"-26"172,-14 12-172,14-38 31,-14 38-31,0 14 16,-13-13-1,0 0-15,13 13 0,1-13 16,-14-1-16,26 1 16,0-13-1,-12-14 1,25-13 31,-25 40-47,-14 0 0,13-1 0,26-39 31,-39 40-31,14 0 16,-14 0-16,13 13 15,-13-13-15,13-1 16,-13 1-16,13 13 0,1-26 31,-1 12-15,0 14-16,-13-13 15,13 0-15,-13 0 0,40-40 32,-27 53-32,-13-13 0,66-93 31,-39 79-16,52-39 17,-79 53-32,53-53 31,-40 53-31,14-1 16,105-105 15,-119 106-31,14 0 15,105-40 17,-132 40-32,13-1 15,1 1-15,-1 13 0,-13-13 16,145-93 31,-131 93-47,-1 0 0,26-1 31,-25 1-31,39-13 31,-40 13-31,0 13 0,-13-14 0,66-12 16,-53 13-16,1 13 16,-14-14-16,92-25 46,1 25 1,-80 14-47,14 0 32,-14 0-1,13 0-16,54 0 17,-67 0 15,0 14-16,0-14-31,1 13 15,25 27 17,-39-27-32,13-13 0,1 0 0,-1 13 15,93 53 17,-106-53 14,13-13-46,0 0 0,106 106 32,-105-92-32,-14-1 0,13-13 15,0 0-15,-13 13 16,13 13 15,0-26-15,27 53 15,-27-13-15,1-40-16,-1 13 0,-13 0 0,0 1 0,13-14 15,53 132 17,-53-119-32,1 0 15,12 40 16,-26-39-31,13-1 0,-13 27 47,14-27-47,-14 13 0,13 1 16,-13-14-16,0 0 0,13 40 0,0-40 0,0 0 16,-13 1-16,0-1 0,27 40 31,-14-40-31,14 53 31,12-13-31,-39-40 16,14 14-16,-1-27 0,0 13 0,27 27 15,-40-27-15,0 0 0,13-13 0,13 40 32,-12-27-32,-14 0 15,39 54 1,-39-54-16,53 53 31,-53-53-31,53 53 31,-53-52-31,13-1 16,1 26-16,-14-25 16,13-1 15,66 53 0,-52-26-31,-14-27 16,-13 13-16,40 54 31,12-1 0,-52-66-31,14-13 16,12 27-16,-13-27 0,1 26 15,-1-26 17,27 40-1,-27-27-31,-13 0 0,66 54 31,-53-41-31,0-26 0,-13 13 0,40 0 31,-13 14 1,-1-1-32,0-12 15,-12-14-15,-1 13 0,0-13 0,80 79 32,-40-52-1,-40-14-31,53 27 31,-66-27-31,66 13 31,-53-12-31,40 12 32,0 0-1,-40-26-31,14 0 31,-1 14-31,14-14 31,-27 0-31,80 13 32,-67-13-32,54 0 31,-54 0-31,67 0 31,-67 0-31,-13 0 16,80-27 15,-80 27-31,1 0 16,118-52 15,-119 52-31,40-27 31,-27 27-31,-26-13 16,27 0-1,-1-1 1,27-39 15,-40 14-31,1 39 16,-14-13-16,53-54 31,-40 54-31,0 13 0,0 0 0,-13-13 0,14 0 16,12-1-16,-13 14 15,14-39 17,-14 39-1,-13-27-31,13 14 0,67-66 31,-54 52-31,-13 14 0,27-13 16,-40 12-1,0 1 17,13 0-32,53-27 31,-66 27-31,53-27 31,-13-39 0,-40 66-31,13 13 0,27-53 32,-14 26-17,-13 27 16,40-53 1,-39 53-32,-14-13 0,13 13 0,0-26 15,14-14 17,-14 40-32,26-40 31,-25 27-31,-1 13 15,53-79 17,-13 26-1,-40 53-31,-13-13 0,13 13 0,-13-14 16,14 1 15,12-13 0,-13 12-31,1 1 0,-1 0 16,40-53 15,-40 53 47,0-1-78,-13 1 0,13 13 0,1 0 31,-14-13 32,13 0-32</inkml:trace>
  <inkml:trace contextRef="#ctx0" brushRef="#br0" timeOffset="102584.38">16603 10821 0,'13'40'125,"-13"0"-125,0-27 0,0 0 0,0 14 15,0-1-15,0-13 0,0 1 0,26 131 32,-12-118-32,-14 26 31,0-40 0,13-13 0,-13 66 1,0 13-1,0-65-31,0 25 16,0 41 15,0-67 0,-13 66 32,13-66-63,-14 27 31,1 13 0,13-40-15,0 1-16,0-41 172</inkml:trace>
  <inkml:trace contextRef="#ctx0" brushRef="#br0" timeOffset="104015.71">17264 10332 0,'0'26'109,"0"14"-93,0-27-16,0 1 0,13 25 0,-13-25 15,0-1-15,0 93 16,0-93 0,0 93 15,0-93-31,0 13 0,0-12 47,0-1-32,0 0 1,0 27-16,0-27 16,0 93-1,0-93-15,0 40 32,0-40-17,0 0 1,0 53 15,0-52-15,0 65 15,0-66-15,0 14-1,0-14 1,0 13-1,0 27 17,0-39-17,0-1 1,0 27 0,0 52 30,0-12-14,0-67-32,0 26 31,0-25-31,0-1 16,0 0-16,0 40 15,0-26-15,0-14 16,0 0-1,66-132 110</inkml:trace>
  <inkml:trace contextRef="#ctx0" brushRef="#br0" timeOffset="105868.08">18190 10716 0,'0'26'109,"0"27"-109,0-27 16,0-12-16,-13-1 16,13 0-16,0 0 0,0 14 15,0-14 1,0 0-16,0 1 0,0-1 0,0 0 15,-13 27 1,13-27-16,0 13 47,0-12-47,-14-14 0,14 13 0,0 0 16,0 13-1,0-12-15,0 25 31,0-25-31,0 39 32,0-27-17,0 0 1,0 54 0,0-67-16,0 40 31,0-40-16,0 14 64,14-1-79,-14 14 31,0-27 94,0 27-110,13-27-15</inkml:trace>
  <inkml:trace contextRef="#ctx0" brushRef="#br0" timeOffset="106903.05">18825 11496 0,'0'13'125,"0"1"-110,0 52 16</inkml:trace>
  <inkml:trace contextRef="#ctx0" brushRef="#br0" timeOffset="107836.95">19341 11562 0,'13'0'0,"-13"14"94,0-1-94,0 13 16,0-13-16,0 1 0,0-1 0,14 80 31,-14-80-31,0 0 0,0 80 31,0-80-31,0 26 16,13-39-16,-13 40 31,0-27-31,0 14 16,13 145 15,-13-159 0,13 53 47,-13-53-78,13 40 32,-13 40-1,0 0-31,0-67 0,0-13 15,14 93 1,-1-106 47</inkml:trace>
  <inkml:trace contextRef="#ctx0" brushRef="#br0" timeOffset="108830.27">20174 11456 0,'0'14'47,"0"92"-32,0-80 1,0-13-16,0 0 0,0 1 0,0-1 0,0 27 15,0-27-15,0 0 0,0 0 0,0 1 0,0-1 0,0 13 16,0 54-16,0-1 16,0-39-16,0-27 0,0 13 0,0-12 0,0 12 15,0 0-15,0-12 0,0-1 0,0 0 16,0 0 15,0 1-31,27 131 31,-14-92 1,-13 40-1,13-54 0,14 67 0,-27-79-15,26 52 0,-26-66-16,14-13 0,-14 27 15</inkml:trace>
  <inkml:trace contextRef="#ctx0" brushRef="#br0" timeOffset="110021.77">21101 11443 0,'0'93'79,"0"-53"-64,0-1-15,0-26 0,0 14 0,0-1 0,0 120 31,0-133-31,0 0 16,0 1-16,0-1 0,0 0 31,0 0 1,13 0-32,-13 1 0,0-1 15,0 0-15,0 0 0,0 1 16,0-1-1,0 13 17,0-12-32,0-1 15,39 40 17,-39-40-1,0 0-16,0 80 17</inkml:trace>
  <inkml:trace contextRef="#ctx0" brushRef="#br0" timeOffset="112007.1">17330 11800 0,'0'14'63,"0"-1"-63,0 13 15,0 67 1,0-67-16,0-12 16,0 25-1,13-25 1,-13-1-16,14 0 0</inkml:trace>
  <inkml:trace contextRef="#ctx0" brushRef="#br0" timeOffset="112352.49">17370 12872 0,'0'53'94</inkml:trace>
  <inkml:trace contextRef="#ctx0" brushRef="#br0" timeOffset="112743.03">17449 13864 0,'0'13'0,"0"-26"0,0 40 0,13 26 31,-13-40-31,0 0 0,0 0 16,0 93 15,0-79-31,0 171 31,0-172-15</inkml:trace>
  <inkml:trace contextRef="#ctx0" brushRef="#br0" timeOffset="113021.74">17502 15015 0,'0'13'0,"0"-26"0,0 40 0,0-14 0,13-13 0,-13 13 0,0 27 47,0-27-1,0 0-46</inkml:trace>
  <inkml:trace contextRef="#ctx0" brushRef="#br0" timeOffset="113180.79">17476 15571 0,'0'26'0</inkml:trace>
  <inkml:trace contextRef="#ctx0" brushRef="#br0" timeOffset="114075.43">15928 11933 0,'0'26'46,"0"40"-46,0-52 0,0 12 16,26 318 0,-26-318-16,14 1 0,-14-1 15,0 146 1</inkml:trace>
  <inkml:trace contextRef="#ctx0" brushRef="#br0" timeOffset="114365.6">16060 13269 0,'0'13'0,"0"-26"0,0 39 47,0 14-31,0-27-16,0 0 0,0 14 16,0-14-16,0 0 0,0 1 0,0-1 0,0 0 0,0 0 15,0 27-15</inkml:trace>
  <inkml:trace contextRef="#ctx0" brushRef="#br0" timeOffset="114666.14">15915 14751 0,'0'26'0,"0"-52"0,0 65 31,0 27 0,0-39-31,0-14 16,13 53 0</inkml:trace>
  <inkml:trace contextRef="#ctx0" brushRef="#br0" timeOffset="114878.79">15968 15359 0,'0'0'0,"0"79"31,0-39-15,0-13 15,0-14-31,0 0 16</inkml:trace>
  <inkml:trace contextRef="#ctx0" brushRef="#br0" timeOffset="115821.76">16775 11972 0,'0'14'47,"0"-1"-47,0 66 31</inkml:trace>
  <inkml:trace contextRef="#ctx0" brushRef="#br0" timeOffset="116211.34">16695 13057 0,'0'0'15,"0"13"17,0 1-32,0-1 0,0 0 15,0 40 17,0-27-32</inkml:trace>
  <inkml:trace contextRef="#ctx0" brushRef="#br0" timeOffset="116487">16708 13811 0,'0'27'0,"0"-14"0,0 0 15,14 133 32,-1-133-47,-13 0 47</inkml:trace>
  <inkml:trace contextRef="#ctx0" brushRef="#br0" timeOffset="116688.74">16735 14380 0,'0'27'0,"0"-54"0,0 106 31,0-65-31,0 52 31,0-53-15,0 0-16,-13 40 15</inkml:trace>
  <inkml:trace contextRef="#ctx0" brushRef="#br0" timeOffset="116934.24">16656 15081 0,'0'53'16,"0"-106"-16,0 146 31,0-80 0</inkml:trace>
  <inkml:trace contextRef="#ctx0" brushRef="#br0" timeOffset="122740.58">16603 11046 0,'-14'0'125,"1"14"-125,-13-14 16,-107 52 0,133-38-1,-13-14-15,0 13 0,0 0 0,-1-13 16,-25 13-16,39 1 0,-13-1 16,-14-13-1,27 13 16,-13 14-15,0-27 0,-1 13-16,-12 0 15,13 0 1</inkml:trace>
  <inkml:trace contextRef="#ctx0" brushRef="#br0" timeOffset="123906.37">16708 11311 0,'-13'0'94,"0"26"-94,13-12 0,-53 52 31,40-53-31,0-13 16,-1 13-1,14 0-15,-13-13 0,0 14 16,-14 12-1,14-26-15,-13 27 16,13-27 78,-54 26-94,67-13 0,-39 1 15,-14 12 1,53-13-16,-13-13 0,-1 0 0,14 13 16,0 1-16,-13-14 47,0 0-1</inkml:trace>
  <inkml:trace contextRef="#ctx0" brushRef="#br0" timeOffset="128503.26">16484 15558 0,'-40'-53'141,"40"26"-126,-13 27-15,13-13 16,-27-27-16,14 27 0,13-13 15,-13-1-15,-1-26 16,1-13 0,13 40 15,0 12 219,0 1-234,0 0-16,0-80 31,0 54 78,0 25-93</inkml:trace>
  <inkml:trace contextRef="#ctx0" brushRef="#br0" timeOffset="129917.76">16457 14724 0,'0'40'187,"0"-27"-187,0 0 0,0 80 32,0-80-32,0 53 31,0-53-31,0 1 0,0-1 15,0 0-15,0 0 32,0 14 61,0-14-93,0 0 0,-13 27 16,13-27-16,0 0 0,0 1 0,0-1 16,0 13-16,0 27 31,0-40-31,0 1 31,-13 78 0,13-78 1,0 25 61,0-12-93,0-14 0,0 13 16,0 54 78,0-67-63</inkml:trace>
  <inkml:trace contextRef="#ctx0" brushRef="#br0" timeOffset="131031.8">16444 14658 0,'26'0'125,"40"0"-109,-52 0 15,12 0 1,-13 0 14,1 0 1,39 13-31</inkml:trace>
  <inkml:trace contextRef="#ctx0" brushRef="#br0" timeOffset="132119.09">17026 10623 0,'0'-13'63,"-13"132"-32,-14-66-31,27-14 0,-13-25 0,13 12 16,0 1-16,-93 369 31,93-356-31,-13-27 31,13 14-31,0-14 0,-13-13 16,13 13-16,0 14 31</inkml:trace>
  <inkml:trace contextRef="#ctx0" brushRef="#br0" timeOffset="132790.07">17238 11192 0,'0'26'94,"-27"14"-94,27-27 0,0 14 16,-66 92-1,66-106-15,-13 0 16,0 40-1,-40 40 17,39-40-1,1-53-31</inkml:trace>
  <inkml:trace contextRef="#ctx0" brushRef="#br0" timeOffset="135911.01">16616 14684 0,'13'0'125,"0"27"-125,-13-14 0,14 27 15,-14-14 1,0-13 0,26 27 15,-26-13 0,0-14-31,13 93 31,-13-93-15,0 0 47,0 0-48,0 1-15,0 12 0,0 27 16,0-13 15,0-27-15,0 0-16,0 0 15,-13-13-15,13 27 32,0-14-17,0 27 1,-13-40-1,13 92 17,0-78-32,0 38 78,0-38-78,0 12 31,0-13 47,0 1-78,0 12 16</inkml:trace>
  <inkml:trace contextRef="#ctx0" brushRef="#br0" timeOffset="137702.76">16986 14724 0,'0'40'219,"0"-1"-219,0-25 16,0 105 15,0-106-31,0 0 0,0 0 0,0 1 16,0 12-1,13-13 1,-13 1-1,0 25 17,0 1-1,0-27-15,0 0-16,0 14 31,0-14-31,0 14 31,0-14-31,0 13 47,0-13-16,0 1-31,0-1 16,0 27-16,0-27 94</inkml:trace>
  <inkml:trace contextRef="#ctx0" brushRef="#br0" timeOffset="138775.99">17013 14724 0,'26'0'94,"-13"0"-94,54 0 31,-54 0-31,0 0 15,40 0 17,-27 0-1,14 0 0,-13 0-15,-14 0-16,0 0 0,13 0 31,-12 0 0,25 0 16,-25 0-47,-14-13 31</inkml:trace>
  <inkml:trace contextRef="#ctx0" brushRef="#br0" timeOffset="140565.31">17701 10372 0,'13'0'0,"-13"39"62,0-12-62,0-14 16,-13 40-16,13-27 0,-40 80 15,40-79-15,-13-1 0,13 1 0,0-1 0,-14 80 16,-12 53 0,26-146-16,0 27 0,0-27 0,-13 13 0,13-13 0,-27 67 31,14-67-15,-13 14-16,26-14 0,0 0 15,-67 80 16</inkml:trace>
  <inkml:trace contextRef="#ctx0" brushRef="#br0" timeOffset="141474.34">18084 10808 0,'0'13'16,"-13"67"0,13-67-16,0 0 15,0 1 1,-13-1-16,-14 13 16,27-13-16,0 1 0,0-1 0,-13 0 15,-27 146 1,40-146-16,-13 27 15,-66 119 17,79-146-32,0 0 15,-13-13-15,13 13 32,-40 27-1,13-27-31,27 0 0,-13-13 0,0 40 15,0-40-15,13 13 0,-13 14 0,-1-14 16,-12 13 0,26-12-16</inkml:trace>
  <inkml:trace contextRef="#ctx0" brushRef="#br0" timeOffset="142102.07">18111 11456 0,'0'14'78,"-13"-1"-78,-14 53 32,27-53-32,-26 27 31,12-27-31,-25 53 31,39-52-31</inkml:trace>
  <inkml:trace contextRef="#ctx0" brushRef="#br0" timeOffset="143868.97">18269 11774 0,'0'13'63,"14"53"-63,-14-52 0,0-1 0,0 13 0,0 27 16,0-26-16,0 39 0,0-53 0,-14 27 0,14-1 15,-13 160-15</inkml:trace>
  <inkml:trace contextRef="#ctx0" brushRef="#br0" timeOffset="144198.65">18256 13203 0,'0'0'0,"0"13"0,-13 53 31,13-13 0,-13-40-31,13 0 0,-13 1 31</inkml:trace>
  <inkml:trace contextRef="#ctx0" brushRef="#br0" timeOffset="144616.97">18190 14182 0,'0'0'0,"0"13"15,0 0-15,13 53 79,1-52-79,-14 78 31</inkml:trace>
  <inkml:trace contextRef="#ctx0" brushRef="#br0" timeOffset="144954.76">18322 14975 0,'0'14'0,"-13"25"47,13 14-47,0-26 0,0-14 0,-13 0 0,13 0 15,0 14 1</inkml:trace>
  <inkml:trace contextRef="#ctx0" brushRef="#br0" timeOffset="145166.94">18309 15333 0,'0'13'0</inkml:trace>
  <inkml:trace contextRef="#ctx0" brushRef="#br0" timeOffset="148925.87">17634 14711 0,'14'53'140,"-14"-40"-124,0 13 31,13-12-47,-13-1 0,13-13 0,-13 26 15,13 1 1,14 105 15,-14-119-15,0 14-16,-13-1 62,0-13-62,0 54 32,0-54-32,0 0 15,0 0 17,0 1-32,0-1 0,0 26 31,0-25-31,0-1 15,0 0-15,0-39 172</inkml:trace>
  <inkml:trace contextRef="#ctx0" brushRef="#br0" timeOffset="150364.26">17754 14605 0,'13'0'141,"0"0"-126,80 26 1,-40-26-1,-40 0 1,0 0-16,0 14 0,0-14 31,27 0 1,-27 0-32,1 0 0,-14 13 0,26-13 15,-13 0 1,1 0-16,25 0 0,-26 0 0,1 0 15,-1 0 110,27 0-93,-27 0 15,0 0-47,13-13 15</inkml:trace>
  <inkml:trace contextRef="#ctx0" brushRef="#br0" timeOffset="152165.09">16563 14843 0,'0'27'94,"0"-14"-94,0 0 0,-13 0 0,-1 0 16,1 54 15,13-54 0,-13-13 0</inkml:trace>
  <inkml:trace contextRef="#ctx0" brushRef="#br0" timeOffset="152735.9">16589 15121 0,'0'13'141,"-26"0"-110</inkml:trace>
  <inkml:trace contextRef="#ctx0" brushRef="#br0" timeOffset="153379.91">16642 15425 0,'0'13'109,"-13"14"-109</inkml:trace>
  <inkml:trace contextRef="#ctx0" brushRef="#br0" timeOffset="158631.21">17052 10663 0,'0'0'0,"14"0"93,-14 13-93,-14 132 32,1-92-32,0-13 0,13-27 0,-13 1 15,-1 12-15,1-26 0,13 26 16,0-12-16,-13-1 0,0-13 15,13 13-15,-13-13 0,13 13 0,-14 14 16,-39 79 15,40-93-31,0-13 78</inkml:trace>
  <inkml:trace contextRef="#ctx0" brushRef="#br0" timeOffset="159565.54">16920 10742 0,'0'106'78,"0"-66"-78,0-27 0,0 0 0,0 0 0,-13 27 16,13-27-16,-27 106 31,14-106-15,0 1-16,13 12 16</inkml:trace>
  <inkml:trace contextRef="#ctx0" brushRef="#br0" timeOffset="162002.34">17423 14579 0,'-27'26'47</inkml:trace>
  <inkml:trace contextRef="#ctx0" brushRef="#br0" timeOffset="162819.9">17277 14790 0,'-13'66'109,"0"-66"-93,0 14-16,13-1 0,-40 40 16,40-40-16,-13-13 0,13 13 15,-14 14 1,1-14 0,-26 53-1,25-53 1,-12-13 31,13 27-32,-1-27-15</inkml:trace>
  <inkml:trace contextRef="#ctx0" brushRef="#br0" timeOffset="163555.84">17330 15055 0,'0'26'110,"0"-13"-110,0 1 0,0-1 15,-53 93 1,40-93-16,0 27 15,-53 118 17,52-144-32,-38 65 31,38-66-31,14 1 16,-13-14-1,13 13 48</inkml:trace>
  <inkml:trace contextRef="#ctx0" brushRef="#br0" timeOffset="164117.63">17449 15227 0,'0'13'94,"0"0"-94,-13-13 0,13 13 0,0 1 0,-13-14 0,0 26 31,13-13-31,0 1 0,-14-14 16,1 39 15,13-25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ED090-1A3B-4896-8AE7-F3D748056C34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B39B9-8B75-4343-9736-A85776E92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5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B39B9-8B75-4343-9736-A85776E9209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43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3732C-6720-CCB1-1EB4-4A848AF9D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0B423B-0A79-4400-6FB9-AB2A5FC01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9039E-B65B-D9C6-FBE4-41B0F7BC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F087D4-9E03-410B-7513-4D379BE7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424D01-9D2D-F3F9-7372-DA165325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36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A4275-1B8D-2CE4-B302-A3DA609D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DAF59-F8FE-36F6-C84A-043588731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46CDAA-280A-9A8E-D55A-4E324F8E9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E2EF9-7A8C-27E4-6DCA-0FA47C9C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B71A15-6AA2-A616-5C8E-169012D3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6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D65EF-B806-DD37-A61A-27F6E224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1FBB2E-CA8E-AE68-1723-8A32C5EFA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067747-8C4A-1B2B-FEA7-D751A3AF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3B1539-AFA3-58B6-F2A3-7ADC0923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053AC3-D0B7-0A5A-2EC3-83652CDC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85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A8C31-2615-2732-1A39-4232052D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F7A1EB-E9EA-78C5-D36B-B0C336E95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5CBB5A-2D98-0B2C-7E88-4E2757342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78AE03-879C-C3C0-C54F-2958952E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7AACA3-7EC3-0EDF-FF72-F55DD348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53DAEE-F31E-5F10-046B-6E94B790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967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62201-872C-8AE1-6FC6-425D0406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1E4163-5E0A-DFDB-5036-1DFAC3426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5CEFD1-B46F-956A-4889-FDF591125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2C6597-82CE-BB1F-4E6D-2408291F7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4751D4-E8DD-2EB9-8C7C-EBA201462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7B8397-EB7B-7653-6936-D9E8F5E9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D0BEDB-1B1F-6ABD-2929-BE4827FD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BD36DA-0246-98B0-2A1F-83A28986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7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9F965-4531-5723-B6B9-73671BE1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020390-EF70-5034-818E-9BE438DE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DC23E7-452C-8D46-AF5D-C54F1A9E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B27111-98BC-1AA7-AD7F-874478BF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45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6D9E35-D816-DABF-0EBB-9E091325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225E37-8071-DD8F-D20A-6198C89E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AC2DDF-80BF-37B9-9A54-A84410D8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95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4B80B-10FD-CFF6-59DC-4BC9C2AC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12EC4F-A6C2-4C06-7397-167F66779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220E4C-4154-0A59-BE37-17273E9A1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8EBEED-F577-C220-2834-C841C58C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6F574C-B070-C38D-231F-9FD5EE2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56FDBC-93F9-DB68-CD52-37A85416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6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5597D-F093-DAE3-C212-540EF231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74BD39-38A4-88C0-46EF-8572E43C3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E210D1-2972-B451-31DB-BA22B5369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8A2169-E681-3CDD-3772-248A362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82CA33-471A-06D1-D788-C324853D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190DB5-2E56-2FF1-4298-E3A57B01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33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34182-8AD0-2EC1-B851-E16E311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252243-BB35-DC15-9A9D-EE69ACDE4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7491D-8277-3E27-9EC5-764E6D0D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29C99-D19C-FF81-657E-06CA5E4E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A5031-F09F-9BF9-4A38-A59C6AEF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1593DC-E258-B3AD-527A-81397B6B6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E8D99B-6753-6FFE-FA2B-37D6A9C05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A4869B-FE83-CD12-7CFB-9C883B0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E17D6-8C0E-E9F4-ADC9-EAFE1ED5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57F60-0349-6CEE-7716-6ED01A96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50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B695D2-2AFD-537D-71CE-2C994D59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B577B0-798D-7CAA-51ED-B6080844E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ABD21F-F6EB-762D-520C-5EAD68A5DF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D47F-05D2-4A1F-875A-F8E13B200421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95FC6-A2F0-6D8B-4FED-F95770810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B03D40-7616-4673-A6D8-EA20B0A60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08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00.png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9C9BD5-4C89-AAC3-B13E-7A1596C3B8D9}"/>
              </a:ext>
            </a:extLst>
          </p:cNvPr>
          <p:cNvSpPr txBox="1"/>
          <p:nvPr/>
        </p:nvSpPr>
        <p:spPr>
          <a:xfrm>
            <a:off x="2523744" y="1528877"/>
            <a:ext cx="427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旋转编码器计次是通过外部中断</a:t>
            </a:r>
          </a:p>
        </p:txBody>
      </p:sp>
    </p:spTree>
    <p:extLst>
      <p:ext uri="{BB962C8B-B14F-4D97-AF65-F5344CB8AC3E}">
        <p14:creationId xmlns:p14="http://schemas.microsoft.com/office/powerpoint/2010/main" val="336185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D697406-8F04-A365-3835-C1235B1FE5AA}"/>
              </a:ext>
            </a:extLst>
          </p:cNvPr>
          <p:cNvSpPr txBox="1"/>
          <p:nvPr/>
        </p:nvSpPr>
        <p:spPr>
          <a:xfrm>
            <a:off x="5309005" y="327398"/>
            <a:ext cx="6097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要创建一个新的类，先要引用库函数</a:t>
            </a:r>
            <a:endParaRPr lang="en-US" altLang="zh-CN" dirty="0"/>
          </a:p>
          <a:p>
            <a:r>
              <a:rPr lang="en-US" altLang="zh-CN" dirty="0"/>
              <a:t>#include "stm32f10x.h"                  // Device header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0F0D86-6A74-578C-F7BB-BBE921AB8A6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839" y="245175"/>
            <a:ext cx="6649518" cy="34067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759288-7963-395D-6136-B63E425A22ED}"/>
              </a:ext>
            </a:extLst>
          </p:cNvPr>
          <p:cNvSpPr txBox="1"/>
          <p:nvPr/>
        </p:nvSpPr>
        <p:spPr>
          <a:xfrm>
            <a:off x="1170432" y="3970367"/>
            <a:ext cx="4645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第二步要进行初始化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、开启时钟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、管脚的初始化</a:t>
            </a:r>
            <a:endParaRPr lang="en-US" altLang="zh-CN" dirty="0"/>
          </a:p>
          <a:p>
            <a:r>
              <a:rPr lang="zh-CN" altLang="en-US" dirty="0"/>
              <a:t>创建结构体，然后把各参数设置好</a:t>
            </a:r>
          </a:p>
        </p:txBody>
      </p:sp>
    </p:spTree>
    <p:extLst>
      <p:ext uri="{BB962C8B-B14F-4D97-AF65-F5344CB8AC3E}">
        <p14:creationId xmlns:p14="http://schemas.microsoft.com/office/powerpoint/2010/main" val="121254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02C6D-55EC-AFCD-FF3C-989A07536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88" y="501573"/>
            <a:ext cx="10515600" cy="4351338"/>
          </a:xfrm>
        </p:spPr>
        <p:txBody>
          <a:bodyPr/>
          <a:lstStyle/>
          <a:p>
            <a:r>
              <a:rPr lang="zh-CN" altLang="en-US" dirty="0"/>
              <a:t>要使用一个管脚，必须先开启这个管脚的时钟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69B00F-4FA3-EBDD-2E05-DC90CAE24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903592"/>
            <a:ext cx="6495898" cy="354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4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DF80B-1664-DA9E-62F0-0C189617C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定时器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D289AC-7F8F-AC91-54DD-6CC2FCFB5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45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8F901DF-EEDB-EB2B-772B-3E2248707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80" y="162496"/>
            <a:ext cx="5810503" cy="37950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E646CE-5773-5507-E8F9-FD047B4A4B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8645" y="347472"/>
            <a:ext cx="6060644" cy="606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6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F72B37-F56C-BFA9-23EB-8A857F4BBAF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1894" y="755793"/>
            <a:ext cx="11748211" cy="20692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9FFA84-7F38-C66C-F242-9734CD152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06" y="3017249"/>
            <a:ext cx="7841894" cy="33763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AD9B9C-476A-71AE-DE30-8D234DE6D820}"/>
              </a:ext>
            </a:extLst>
          </p:cNvPr>
          <p:cNvSpPr txBox="1"/>
          <p:nvPr/>
        </p:nvSpPr>
        <p:spPr>
          <a:xfrm>
            <a:off x="2954867" y="3513667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E4C709-4F65-9888-FB2B-E40F54C10305}"/>
              </a:ext>
            </a:extLst>
          </p:cNvPr>
          <p:cNvSpPr txBox="1"/>
          <p:nvPr/>
        </p:nvSpPr>
        <p:spPr>
          <a:xfrm>
            <a:off x="2954867" y="4075249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1079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F153D9-0027-D4BF-6DDF-5A7227D4936A}"/>
              </a:ext>
            </a:extLst>
          </p:cNvPr>
          <p:cNvSpPr txBox="1"/>
          <p:nvPr/>
        </p:nvSpPr>
        <p:spPr>
          <a:xfrm>
            <a:off x="2758017" y="4705434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65BFF6-57DF-6123-29A5-BADF63C5FFBA}"/>
              </a:ext>
            </a:extLst>
          </p:cNvPr>
          <p:cNvSpPr txBox="1"/>
          <p:nvPr/>
        </p:nvSpPr>
        <p:spPr>
          <a:xfrm>
            <a:off x="2758017" y="4978987"/>
            <a:ext cx="95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FF1744-4122-810D-73ED-4AA5DE4A5E70}"/>
              </a:ext>
            </a:extLst>
          </p:cNvPr>
          <p:cNvSpPr txBox="1"/>
          <p:nvPr/>
        </p:nvSpPr>
        <p:spPr>
          <a:xfrm>
            <a:off x="2758017" y="4472879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C5E76C-0589-8CEF-A3C9-EE09294FA7F1}"/>
              </a:ext>
            </a:extLst>
          </p:cNvPr>
          <p:cNvSpPr txBox="1"/>
          <p:nvPr/>
        </p:nvSpPr>
        <p:spPr>
          <a:xfrm>
            <a:off x="1652058" y="5713066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单独用来配置ETRS|脚的预分频器、极性、滤波器这些参数的</a:t>
            </a:r>
          </a:p>
        </p:txBody>
      </p:sp>
    </p:spTree>
    <p:extLst>
      <p:ext uri="{BB962C8B-B14F-4D97-AF65-F5344CB8AC3E}">
        <p14:creationId xmlns:p14="http://schemas.microsoft.com/office/powerpoint/2010/main" val="97701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C217B6E-7147-A619-E68D-8BAE8B9443C2}"/>
              </a:ext>
            </a:extLst>
          </p:cNvPr>
          <p:cNvSpPr txBox="1"/>
          <p:nvPr/>
        </p:nvSpPr>
        <p:spPr>
          <a:xfrm>
            <a:off x="718108" y="9303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uint16_t TIM_GetCounter(TIM_TypeDef* TIMx);</a:t>
            </a:r>
            <a:endParaRPr lang="en-US" altLang="zh-CN" dirty="0"/>
          </a:p>
          <a:p>
            <a:r>
              <a:rPr lang="zh-CN" altLang="en-US" dirty="0"/>
              <a:t>获取当前计数器的值</a:t>
            </a:r>
            <a:endParaRPr lang="en-US" altLang="zh-CN" dirty="0"/>
          </a:p>
          <a:p>
            <a:r>
              <a:rPr lang="en-US" altLang="zh-CN" dirty="0"/>
              <a:t>uint16_t </a:t>
            </a:r>
            <a:r>
              <a:rPr lang="en-US" altLang="zh-CN" dirty="0" err="1"/>
              <a:t>TIM_GetPrescaler</a:t>
            </a:r>
            <a:r>
              <a:rPr lang="en-US" altLang="zh-CN" dirty="0"/>
              <a:t>(</a:t>
            </a:r>
            <a:r>
              <a:rPr lang="en-US" altLang="zh-CN" dirty="0" err="1"/>
              <a:t>TIM_TypeDef</a:t>
            </a:r>
            <a:r>
              <a:rPr lang="en-US" altLang="zh-CN" dirty="0"/>
              <a:t>* </a:t>
            </a:r>
            <a:r>
              <a:rPr lang="en-US" altLang="zh-CN" dirty="0" err="1"/>
              <a:t>TIMx</a:t>
            </a:r>
            <a:r>
              <a:rPr lang="en-US" altLang="zh-CN" dirty="0"/>
              <a:t>);</a:t>
            </a:r>
          </a:p>
          <a:p>
            <a:r>
              <a:rPr lang="zh-CN" altLang="en-US" dirty="0"/>
              <a:t>获取当前预分频器的值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FE4AD3-B779-8DA8-FBD3-0CEC82E74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300681"/>
            <a:ext cx="12192000" cy="169762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C7F6FCA-EDEA-30AF-CF63-51BBA53CC716}"/>
              </a:ext>
            </a:extLst>
          </p:cNvPr>
          <p:cNvSpPr/>
          <p:nvPr/>
        </p:nvSpPr>
        <p:spPr>
          <a:xfrm>
            <a:off x="2450592" y="2384755"/>
            <a:ext cx="1792224" cy="256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E095EB-FE03-43FC-BE77-917059966AB9}"/>
              </a:ext>
            </a:extLst>
          </p:cNvPr>
          <p:cNvSpPr txBox="1"/>
          <p:nvPr/>
        </p:nvSpPr>
        <p:spPr>
          <a:xfrm>
            <a:off x="395021" y="5358505"/>
            <a:ext cx="787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初始化中设置参数的方法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、右键找到定义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、找到注释里</a:t>
            </a:r>
            <a:r>
              <a:rPr lang="en-US" altLang="zh-CN" dirty="0"/>
              <a:t>@ref</a:t>
            </a:r>
            <a:r>
              <a:rPr lang="zh-CN" altLang="en-US" dirty="0"/>
              <a:t>后面的东西，然后</a:t>
            </a:r>
            <a:r>
              <a:rPr lang="en-US" altLang="zh-CN" dirty="0" err="1"/>
              <a:t>control+f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、找到合适的参数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7F9884-F60B-1F7B-6312-22844C6C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73" y="3219733"/>
            <a:ext cx="6964070" cy="1917340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D1F2305-B698-DED1-F3FF-C1A72DEF2CD7}"/>
              </a:ext>
            </a:extLst>
          </p:cNvPr>
          <p:cNvCxnSpPr>
            <a:cxnSpLocks/>
          </p:cNvCxnSpPr>
          <p:nvPr/>
        </p:nvCxnSpPr>
        <p:spPr>
          <a:xfrm>
            <a:off x="4447642" y="2830982"/>
            <a:ext cx="4732933" cy="904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9D6FF73-7FBB-798C-4E1C-3B5455C497F1}"/>
              </a:ext>
            </a:extLst>
          </p:cNvPr>
          <p:cNvSpPr txBox="1"/>
          <p:nvPr/>
        </p:nvSpPr>
        <p:spPr>
          <a:xfrm>
            <a:off x="9299124" y="3328758"/>
            <a:ext cx="2318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</a:t>
            </a:r>
            <a:r>
              <a:rPr lang="en-US" altLang="zh-CN" dirty="0"/>
              <a:t>72MHz</a:t>
            </a:r>
            <a:r>
              <a:rPr lang="zh-CN" altLang="en-US" dirty="0"/>
              <a:t>进行</a:t>
            </a:r>
            <a:r>
              <a:rPr lang="en-US" altLang="zh-CN" dirty="0"/>
              <a:t>7200</a:t>
            </a:r>
            <a:r>
              <a:rPr lang="zh-CN" altLang="en-US" dirty="0"/>
              <a:t>分频，得到的就是</a:t>
            </a:r>
            <a:r>
              <a:rPr lang="en-US" altLang="zh-CN" dirty="0"/>
              <a:t>10k</a:t>
            </a:r>
            <a:r>
              <a:rPr lang="zh-CN" altLang="en-US" dirty="0"/>
              <a:t>的计数频率，在</a:t>
            </a:r>
            <a:r>
              <a:rPr lang="en-US" altLang="zh-CN" dirty="0"/>
              <a:t>10k</a:t>
            </a:r>
            <a:r>
              <a:rPr lang="zh-CN" altLang="en-US" dirty="0"/>
              <a:t>的频率下记</a:t>
            </a:r>
            <a:r>
              <a:rPr lang="en-US" altLang="zh-CN" dirty="0"/>
              <a:t>10000</a:t>
            </a:r>
            <a:r>
              <a:rPr lang="zh-CN" altLang="en-US" dirty="0"/>
              <a:t>个数就是</a:t>
            </a:r>
            <a:r>
              <a:rPr lang="en-US" altLang="zh-CN" dirty="0"/>
              <a:t>1s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5207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9B88242-2FFD-6E3F-6A1F-0031DC1FCA3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918" y="165794"/>
            <a:ext cx="8061173" cy="42964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8D80656-0146-1BC0-7A24-2B2151CB54F1}"/>
              </a:ext>
            </a:extLst>
          </p:cNvPr>
          <p:cNvSpPr txBox="1"/>
          <p:nvPr/>
        </p:nvSpPr>
        <p:spPr>
          <a:xfrm>
            <a:off x="987552" y="4579315"/>
            <a:ext cx="10182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Ck_psc</a:t>
            </a:r>
            <a:r>
              <a:rPr lang="zh-CN" altLang="en-US" dirty="0"/>
              <a:t>默认为</a:t>
            </a:r>
            <a:r>
              <a:rPr lang="en-US" altLang="zh-CN" dirty="0"/>
              <a:t>72MHz</a:t>
            </a:r>
          </a:p>
          <a:p>
            <a:r>
              <a:rPr lang="en-US" altLang="zh-CN" dirty="0" err="1"/>
              <a:t>Psc</a:t>
            </a:r>
            <a:r>
              <a:rPr lang="zh-CN" altLang="en-US" dirty="0"/>
              <a:t>为预分频值</a:t>
            </a:r>
            <a:endParaRPr lang="en-US" altLang="zh-CN" dirty="0"/>
          </a:p>
          <a:p>
            <a:r>
              <a:rPr lang="en-US" altLang="zh-CN" dirty="0"/>
              <a:t>ARR</a:t>
            </a:r>
            <a:r>
              <a:rPr lang="zh-CN" altLang="en-US" dirty="0"/>
              <a:t>为自动重装值</a:t>
            </a:r>
          </a:p>
        </p:txBody>
      </p:sp>
    </p:spTree>
    <p:extLst>
      <p:ext uri="{BB962C8B-B14F-4D97-AF65-F5344CB8AC3E}">
        <p14:creationId xmlns:p14="http://schemas.microsoft.com/office/powerpoint/2010/main" val="348649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37AF135-D9CA-6F3E-D7D4-D43B9724694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37" y="294857"/>
            <a:ext cx="12192000" cy="183527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1C37765-9BF7-973E-35B6-64816DB990C8}"/>
              </a:ext>
            </a:extLst>
          </p:cNvPr>
          <p:cNvSpPr txBox="1"/>
          <p:nvPr/>
        </p:nvSpPr>
        <p:spPr>
          <a:xfrm>
            <a:off x="621792" y="3510000"/>
            <a:ext cx="39355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捕获比较寄存器（</a:t>
            </a:r>
            <a:r>
              <a:rPr lang="en-US" altLang="zh-CN" b="1" i="0" dirty="0" err="1">
                <a:solidFill>
                  <a:srgbClr val="000000"/>
                </a:solidFill>
                <a:effectLst/>
                <a:latin typeface="Inter"/>
              </a:rPr>
              <a:t>CCRx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，如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CCR2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）</a:t>
            </a:r>
            <a:r>
              <a:rPr lang="zh-CN" altLang="en-US" b="0" i="0" dirty="0">
                <a:effectLst/>
                <a:latin typeface="Inter"/>
              </a:rPr>
              <a:t>：决定有效电平的结束位置（有效计数次数）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FB129C-1F36-3B8B-D586-A675A7627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899" y="2130130"/>
            <a:ext cx="6808775" cy="456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2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0FBCBDC-FA11-4010-B4E0-4F58BD4474F5}"/>
              </a:ext>
            </a:extLst>
          </p:cNvPr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频率测量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1B244E-4E47-4C51-93FB-27E60009DE3C}"/>
              </a:ext>
            </a:extLst>
          </p:cNvPr>
          <p:cNvSpPr txBox="1"/>
          <p:nvPr/>
        </p:nvSpPr>
        <p:spPr>
          <a:xfrm>
            <a:off x="917828" y="2896934"/>
            <a:ext cx="155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闸门时间 </a:t>
            </a:r>
            <a:r>
              <a:rPr lang="en-US" altLang="zh-CN"/>
              <a:t>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393996-EC87-484C-A37D-73B7DF410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96" y="998067"/>
            <a:ext cx="10647808" cy="1323322"/>
          </a:xfrm>
          <a:prstGeom prst="rect">
            <a:avLst/>
          </a:pr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BFBFD06D-2B19-49D4-80F2-42D1AD8A62E9}"/>
              </a:ext>
            </a:extLst>
          </p:cNvPr>
          <p:cNvGrpSpPr/>
          <p:nvPr/>
        </p:nvGrpSpPr>
        <p:grpSpPr>
          <a:xfrm>
            <a:off x="8804096" y="2127443"/>
            <a:ext cx="1065213" cy="462994"/>
            <a:chOff x="8807270" y="2578894"/>
            <a:chExt cx="1065213" cy="462994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C0853A8-1FCD-4EDE-81FD-BB6118AEB5FD}"/>
                </a:ext>
              </a:extLst>
            </p:cNvPr>
            <p:cNvCxnSpPr>
              <a:cxnSpLocks/>
            </p:cNvCxnSpPr>
            <p:nvPr/>
          </p:nvCxnSpPr>
          <p:spPr>
            <a:xfrm>
              <a:off x="9872483" y="2578894"/>
              <a:ext cx="0" cy="46299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9E89F8E-8B68-48C8-A416-475FBB156008}"/>
                </a:ext>
              </a:extLst>
            </p:cNvPr>
            <p:cNvCxnSpPr>
              <a:cxnSpLocks/>
            </p:cNvCxnSpPr>
            <p:nvPr/>
          </p:nvCxnSpPr>
          <p:spPr>
            <a:xfrm>
              <a:off x="8807270" y="2578894"/>
              <a:ext cx="0" cy="46299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3BAE478-625D-42CB-9C40-3151C15C01B8}"/>
                </a:ext>
              </a:extLst>
            </p:cNvPr>
            <p:cNvCxnSpPr>
              <a:cxnSpLocks/>
            </p:cNvCxnSpPr>
            <p:nvPr/>
          </p:nvCxnSpPr>
          <p:spPr>
            <a:xfrm>
              <a:off x="8807270" y="2902459"/>
              <a:ext cx="1065213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CF44452-290E-403B-A78F-461F2C42348B}"/>
                </a:ext>
              </a:extLst>
            </p:cNvPr>
            <p:cNvCxnSpPr>
              <a:cxnSpLocks/>
            </p:cNvCxnSpPr>
            <p:nvPr/>
          </p:nvCxnSpPr>
          <p:spPr>
            <a:xfrm>
              <a:off x="8887146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3C22ED4-38F9-4C5A-8E02-D01FCD189985}"/>
                </a:ext>
              </a:extLst>
            </p:cNvPr>
            <p:cNvCxnSpPr>
              <a:cxnSpLocks/>
            </p:cNvCxnSpPr>
            <p:nvPr/>
          </p:nvCxnSpPr>
          <p:spPr>
            <a:xfrm>
              <a:off x="8973300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FA08A27-1AA8-4CCD-92A0-A6440F8DAFD2}"/>
                </a:ext>
              </a:extLst>
            </p:cNvPr>
            <p:cNvCxnSpPr>
              <a:cxnSpLocks/>
            </p:cNvCxnSpPr>
            <p:nvPr/>
          </p:nvCxnSpPr>
          <p:spPr>
            <a:xfrm>
              <a:off x="9059454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0F5ABF7-B694-42C5-9AFE-A6B628449C5C}"/>
                </a:ext>
              </a:extLst>
            </p:cNvPr>
            <p:cNvCxnSpPr>
              <a:cxnSpLocks/>
            </p:cNvCxnSpPr>
            <p:nvPr/>
          </p:nvCxnSpPr>
          <p:spPr>
            <a:xfrm>
              <a:off x="9145608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3A2E0AD-50FF-4518-B223-B98935AABC91}"/>
                </a:ext>
              </a:extLst>
            </p:cNvPr>
            <p:cNvCxnSpPr>
              <a:cxnSpLocks/>
            </p:cNvCxnSpPr>
            <p:nvPr/>
          </p:nvCxnSpPr>
          <p:spPr>
            <a:xfrm>
              <a:off x="9231762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DB679F9-1033-4A17-A9FD-D8BE5777DFDA}"/>
                </a:ext>
              </a:extLst>
            </p:cNvPr>
            <p:cNvCxnSpPr>
              <a:cxnSpLocks/>
            </p:cNvCxnSpPr>
            <p:nvPr/>
          </p:nvCxnSpPr>
          <p:spPr>
            <a:xfrm>
              <a:off x="9317916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3626821-CC60-4847-A846-6CD3C972951A}"/>
                </a:ext>
              </a:extLst>
            </p:cNvPr>
            <p:cNvCxnSpPr>
              <a:cxnSpLocks/>
            </p:cNvCxnSpPr>
            <p:nvPr/>
          </p:nvCxnSpPr>
          <p:spPr>
            <a:xfrm>
              <a:off x="9404070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318FE10-7936-44FA-B425-7B1AB8D6358B}"/>
                </a:ext>
              </a:extLst>
            </p:cNvPr>
            <p:cNvCxnSpPr>
              <a:cxnSpLocks/>
            </p:cNvCxnSpPr>
            <p:nvPr/>
          </p:nvCxnSpPr>
          <p:spPr>
            <a:xfrm>
              <a:off x="9490224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9BBF2EB-0898-4EEF-BD3A-56600E676122}"/>
                </a:ext>
              </a:extLst>
            </p:cNvPr>
            <p:cNvCxnSpPr>
              <a:cxnSpLocks/>
            </p:cNvCxnSpPr>
            <p:nvPr/>
          </p:nvCxnSpPr>
          <p:spPr>
            <a:xfrm>
              <a:off x="9576378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8118FE6-C164-48DC-BD8A-D02A9EFB19B3}"/>
                </a:ext>
              </a:extLst>
            </p:cNvPr>
            <p:cNvCxnSpPr>
              <a:cxnSpLocks/>
            </p:cNvCxnSpPr>
            <p:nvPr/>
          </p:nvCxnSpPr>
          <p:spPr>
            <a:xfrm>
              <a:off x="9662532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E97C1EA-5F86-4BF3-A595-5C23241DBBBD}"/>
                </a:ext>
              </a:extLst>
            </p:cNvPr>
            <p:cNvCxnSpPr>
              <a:cxnSpLocks/>
            </p:cNvCxnSpPr>
            <p:nvPr/>
          </p:nvCxnSpPr>
          <p:spPr>
            <a:xfrm>
              <a:off x="9748686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A15BC1-4D91-4003-9377-548F7F67BD74}"/>
                </a:ext>
              </a:extLst>
            </p:cNvPr>
            <p:cNvCxnSpPr>
              <a:cxnSpLocks/>
            </p:cNvCxnSpPr>
            <p:nvPr/>
          </p:nvCxnSpPr>
          <p:spPr>
            <a:xfrm>
              <a:off x="9834843" y="2824675"/>
              <a:ext cx="0" cy="72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F59E56A-608F-4554-8EF9-CAFB9794515B}"/>
              </a:ext>
            </a:extLst>
          </p:cNvPr>
          <p:cNvGrpSpPr/>
          <p:nvPr/>
        </p:nvGrpSpPr>
        <p:grpSpPr>
          <a:xfrm>
            <a:off x="1162833" y="2151255"/>
            <a:ext cx="1065213" cy="439182"/>
            <a:chOff x="8807270" y="2602706"/>
            <a:chExt cx="1065213" cy="439182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B293CCC2-A086-417B-BAD8-CB52360473D5}"/>
                </a:ext>
              </a:extLst>
            </p:cNvPr>
            <p:cNvCxnSpPr>
              <a:cxnSpLocks/>
            </p:cNvCxnSpPr>
            <p:nvPr/>
          </p:nvCxnSpPr>
          <p:spPr>
            <a:xfrm>
              <a:off x="9872483" y="2751463"/>
              <a:ext cx="0" cy="2904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E70FA01-FF67-4DD4-BB93-D8892AB3CFA3}"/>
                </a:ext>
              </a:extLst>
            </p:cNvPr>
            <p:cNvCxnSpPr>
              <a:cxnSpLocks/>
            </p:cNvCxnSpPr>
            <p:nvPr/>
          </p:nvCxnSpPr>
          <p:spPr>
            <a:xfrm>
              <a:off x="8807270" y="2751463"/>
              <a:ext cx="0" cy="2904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7F0C4DB4-C41D-43E2-B110-25A804EAA772}"/>
                </a:ext>
              </a:extLst>
            </p:cNvPr>
            <p:cNvCxnSpPr>
              <a:cxnSpLocks/>
            </p:cNvCxnSpPr>
            <p:nvPr/>
          </p:nvCxnSpPr>
          <p:spPr>
            <a:xfrm>
              <a:off x="8807270" y="2902459"/>
              <a:ext cx="1065213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AF21534D-609F-426D-9E93-2FC269437B81}"/>
                </a:ext>
              </a:extLst>
            </p:cNvPr>
            <p:cNvCxnSpPr>
              <a:cxnSpLocks/>
            </p:cNvCxnSpPr>
            <p:nvPr/>
          </p:nvCxnSpPr>
          <p:spPr>
            <a:xfrm>
              <a:off x="8899053" y="2602706"/>
              <a:ext cx="0" cy="2975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B01D0207-AEEA-4DD2-9F27-2E293A14BB44}"/>
                </a:ext>
              </a:extLst>
            </p:cNvPr>
            <p:cNvCxnSpPr>
              <a:cxnSpLocks/>
            </p:cNvCxnSpPr>
            <p:nvPr/>
          </p:nvCxnSpPr>
          <p:spPr>
            <a:xfrm>
              <a:off x="9013562" y="2602706"/>
              <a:ext cx="0" cy="2975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96D6775-3B2A-47AC-8E5E-2D6B4DA10DC7}"/>
                </a:ext>
              </a:extLst>
            </p:cNvPr>
            <p:cNvCxnSpPr>
              <a:cxnSpLocks/>
            </p:cNvCxnSpPr>
            <p:nvPr/>
          </p:nvCxnSpPr>
          <p:spPr>
            <a:xfrm>
              <a:off x="9137596" y="2602706"/>
              <a:ext cx="0" cy="2975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DC6890A7-D0B8-4DD4-8DC6-E2A60A2D8A58}"/>
                </a:ext>
              </a:extLst>
            </p:cNvPr>
            <p:cNvCxnSpPr>
              <a:cxnSpLocks/>
            </p:cNvCxnSpPr>
            <p:nvPr/>
          </p:nvCxnSpPr>
          <p:spPr>
            <a:xfrm>
              <a:off x="9289120" y="2602706"/>
              <a:ext cx="0" cy="2975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1A32239-891A-4C0C-9E80-99545B5DE886}"/>
                </a:ext>
              </a:extLst>
            </p:cNvPr>
            <p:cNvCxnSpPr>
              <a:cxnSpLocks/>
            </p:cNvCxnSpPr>
            <p:nvPr/>
          </p:nvCxnSpPr>
          <p:spPr>
            <a:xfrm>
              <a:off x="9478742" y="2602706"/>
              <a:ext cx="0" cy="2975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63AB05F2-64EB-4A87-82C1-79D036DA8231}"/>
                </a:ext>
              </a:extLst>
            </p:cNvPr>
            <p:cNvCxnSpPr>
              <a:cxnSpLocks/>
            </p:cNvCxnSpPr>
            <p:nvPr/>
          </p:nvCxnSpPr>
          <p:spPr>
            <a:xfrm>
              <a:off x="9704294" y="2602706"/>
              <a:ext cx="0" cy="2975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7BB9BE3-838D-4A64-86E9-2B2257C47E66}"/>
              </a:ext>
            </a:extLst>
          </p:cNvPr>
          <p:cNvCxnSpPr/>
          <p:nvPr/>
        </p:nvCxnSpPr>
        <p:spPr>
          <a:xfrm>
            <a:off x="1162833" y="2723787"/>
            <a:ext cx="10652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43050D3B-76CE-41B7-9A56-7354A46F03EE}"/>
              </a:ext>
            </a:extLst>
          </p:cNvPr>
          <p:cNvCxnSpPr>
            <a:cxnSpLocks/>
          </p:cNvCxnSpPr>
          <p:nvPr/>
        </p:nvCxnSpPr>
        <p:spPr>
          <a:xfrm>
            <a:off x="2229763" y="2590437"/>
            <a:ext cx="0" cy="283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654A16A7-A70D-4704-83EB-8AF3F8FB44A3}"/>
              </a:ext>
            </a:extLst>
          </p:cNvPr>
          <p:cNvCxnSpPr>
            <a:cxnSpLocks/>
          </p:cNvCxnSpPr>
          <p:nvPr/>
        </p:nvCxnSpPr>
        <p:spPr>
          <a:xfrm>
            <a:off x="1160570" y="2590437"/>
            <a:ext cx="0" cy="283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50DF74C-A7DA-40FF-A1CB-EA314A1F8621}"/>
              </a:ext>
            </a:extLst>
          </p:cNvPr>
          <p:cNvSpPr txBox="1"/>
          <p:nvPr/>
        </p:nvSpPr>
        <p:spPr>
          <a:xfrm>
            <a:off x="8152577" y="2896934"/>
            <a:ext cx="155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标准频率 </a:t>
            </a:r>
            <a:r>
              <a:rPr lang="en-US" altLang="zh-CN"/>
              <a:t>f</a:t>
            </a:r>
            <a:r>
              <a:rPr lang="en-US" altLang="zh-CN" baseline="-25000"/>
              <a:t>c</a:t>
            </a: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E2F75509-D9F1-4810-B521-FDE1794B7D04}"/>
              </a:ext>
            </a:extLst>
          </p:cNvPr>
          <p:cNvCxnSpPr>
            <a:cxnSpLocks/>
          </p:cNvCxnSpPr>
          <p:nvPr/>
        </p:nvCxnSpPr>
        <p:spPr>
          <a:xfrm>
            <a:off x="8667751" y="2723787"/>
            <a:ext cx="21622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1F5F87C3-D5C1-49A6-992F-B5E261A047CB}"/>
              </a:ext>
            </a:extLst>
          </p:cNvPr>
          <p:cNvCxnSpPr>
            <a:cxnSpLocks/>
          </p:cNvCxnSpPr>
          <p:nvPr/>
        </p:nvCxnSpPr>
        <p:spPr>
          <a:xfrm>
            <a:off x="8975532" y="2467961"/>
            <a:ext cx="0" cy="397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5F947085-79C6-40DE-BDE3-100116A2E238}"/>
              </a:ext>
            </a:extLst>
          </p:cNvPr>
          <p:cNvCxnSpPr>
            <a:cxnSpLocks/>
          </p:cNvCxnSpPr>
          <p:nvPr/>
        </p:nvCxnSpPr>
        <p:spPr>
          <a:xfrm>
            <a:off x="8883972" y="2467961"/>
            <a:ext cx="0" cy="405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5516372-E427-4431-9162-2749A9194D82}"/>
              </a:ext>
            </a:extLst>
          </p:cNvPr>
          <p:cNvCxnSpPr>
            <a:cxnSpLocks/>
          </p:cNvCxnSpPr>
          <p:nvPr/>
        </p:nvCxnSpPr>
        <p:spPr>
          <a:xfrm>
            <a:off x="8804096" y="2723787"/>
            <a:ext cx="252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F9775625-E8F9-4C38-9EB7-38C6B89E51B5}"/>
              </a:ext>
            </a:extLst>
          </p:cNvPr>
          <p:cNvCxnSpPr>
            <a:cxnSpLocks/>
          </p:cNvCxnSpPr>
          <p:nvPr/>
        </p:nvCxnSpPr>
        <p:spPr>
          <a:xfrm flipH="1">
            <a:off x="8970126" y="2723787"/>
            <a:ext cx="21622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5E3B23A5-6C0E-4572-AC8B-E288F94F6312}"/>
              </a:ext>
            </a:extLst>
          </p:cNvPr>
          <p:cNvCxnSpPr>
            <a:cxnSpLocks/>
          </p:cNvCxnSpPr>
          <p:nvPr/>
        </p:nvCxnSpPr>
        <p:spPr>
          <a:xfrm>
            <a:off x="5306118" y="2151255"/>
            <a:ext cx="0" cy="7223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745691E-2FCA-4A12-A2FF-66FA0EE5838E}"/>
              </a:ext>
            </a:extLst>
          </p:cNvPr>
          <p:cNvSpPr txBox="1"/>
          <p:nvPr/>
        </p:nvSpPr>
        <p:spPr>
          <a:xfrm>
            <a:off x="4540779" y="2896934"/>
            <a:ext cx="155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中界频率 </a:t>
            </a:r>
            <a:r>
              <a:rPr lang="en-US" altLang="zh-CN"/>
              <a:t>f</a:t>
            </a:r>
            <a:r>
              <a:rPr lang="en-US" altLang="zh-CN" baseline="-25000"/>
              <a:t>m</a:t>
            </a: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E6317ECF-4CA2-4574-BAB4-CA23F7EA8D14}"/>
              </a:ext>
            </a:extLst>
          </p:cNvPr>
          <p:cNvCxnSpPr>
            <a:cxnSpLocks/>
          </p:cNvCxnSpPr>
          <p:nvPr/>
        </p:nvCxnSpPr>
        <p:spPr>
          <a:xfrm>
            <a:off x="2065288" y="2457903"/>
            <a:ext cx="553509" cy="10921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31B5F6B-6CD3-41D8-ABDF-66DE537E102E}"/>
              </a:ext>
            </a:extLst>
          </p:cNvPr>
          <p:cNvSpPr txBox="1"/>
          <p:nvPr/>
        </p:nvSpPr>
        <p:spPr>
          <a:xfrm>
            <a:off x="2440500" y="2429138"/>
            <a:ext cx="1144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计次 </a:t>
            </a:r>
            <a:r>
              <a:rPr lang="en-US" altLang="zh-CN"/>
              <a:t>N</a:t>
            </a: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16D30E35-675F-4E41-92BA-8E25253332BD}"/>
              </a:ext>
            </a:extLst>
          </p:cNvPr>
          <p:cNvCxnSpPr>
            <a:cxnSpLocks/>
          </p:cNvCxnSpPr>
          <p:nvPr/>
        </p:nvCxnSpPr>
        <p:spPr>
          <a:xfrm>
            <a:off x="9831669" y="2457903"/>
            <a:ext cx="393026" cy="10921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07DA04D7-6461-4D3C-864C-2778635E8FBF}"/>
              </a:ext>
            </a:extLst>
          </p:cNvPr>
          <p:cNvSpPr txBox="1"/>
          <p:nvPr/>
        </p:nvSpPr>
        <p:spPr>
          <a:xfrm>
            <a:off x="10046398" y="2429138"/>
            <a:ext cx="1144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计次 </a:t>
            </a:r>
            <a:r>
              <a:rPr lang="en-US" altLang="zh-CN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1CFD5C80-0BD2-4319-BFED-D95468897D52}"/>
                  </a:ext>
                </a:extLst>
              </p:cNvPr>
              <p:cNvSpPr txBox="1"/>
              <p:nvPr/>
            </p:nvSpPr>
            <p:spPr>
              <a:xfrm>
                <a:off x="570963" y="3517359"/>
                <a:ext cx="11050073" cy="2768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/>
                  <a:t>测频法：在闸门时间</a:t>
                </a:r>
                <a:r>
                  <a:rPr lang="en-US" altLang="zh-CN" sz="2800"/>
                  <a:t>T</a:t>
                </a:r>
                <a:r>
                  <a:rPr lang="zh-CN" altLang="en-US" sz="2800"/>
                  <a:t>内，对上升沿计次，得到</a:t>
                </a:r>
                <a:r>
                  <a:rPr lang="en-US" altLang="zh-CN" sz="2800"/>
                  <a:t>N</a:t>
                </a:r>
                <a:r>
                  <a:rPr lang="zh-CN" altLang="en-US" sz="2800"/>
                  <a:t>，则频率</a:t>
                </a:r>
                <a:endParaRPr lang="en-US" altLang="zh-CN" sz="28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altLang="zh-CN" sz="280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/>
                  <a:t>测周法：两个上升沿内，以标准频率</a:t>
                </a:r>
                <a:r>
                  <a:rPr lang="en-US" altLang="zh-CN" sz="2800"/>
                  <a:t>f</a:t>
                </a:r>
                <a:r>
                  <a:rPr lang="en-US" altLang="zh-CN" sz="2800" baseline="-25000"/>
                  <a:t>c</a:t>
                </a:r>
                <a:r>
                  <a:rPr lang="zh-CN" altLang="en-US" sz="2800"/>
                  <a:t>计次，得到</a:t>
                </a:r>
                <a:r>
                  <a:rPr lang="en-US" altLang="zh-CN" sz="2800"/>
                  <a:t>N</a:t>
                </a:r>
                <a:r>
                  <a:rPr lang="zh-CN" altLang="en-US" sz="2800"/>
                  <a:t> ，则频率</a:t>
                </a:r>
                <a:endParaRPr lang="en-US" altLang="zh-CN" sz="28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CN" sz="280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/>
                  <a:t>中界频率：测频法与测周法误差相等的频率点</a:t>
                </a:r>
                <a:endParaRPr lang="en-US" altLang="zh-CN" sz="28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rad>
                    </m:oMath>
                  </m:oMathPara>
                </a14:m>
                <a:endParaRPr lang="en-US" altLang="zh-CN" sz="280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1CFD5C80-0BD2-4319-BFED-D95468897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63" y="3517359"/>
                <a:ext cx="11050073" cy="2768578"/>
              </a:xfrm>
              <a:prstGeom prst="rect">
                <a:avLst/>
              </a:prstGeom>
              <a:blipFill>
                <a:blip r:embed="rId3"/>
                <a:stretch>
                  <a:fillRect l="-993" t="-2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293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EF85B6-C407-78C1-96A5-D7557BF78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31" y="0"/>
            <a:ext cx="5206252" cy="23068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A50FC4-EAD4-A6E9-10F2-0903582F4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20" y="2306867"/>
            <a:ext cx="10610850" cy="23050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B285446-EDDC-BCC6-7BF5-FE47EC398F08}"/>
              </a:ext>
            </a:extLst>
          </p:cNvPr>
          <p:cNvSpPr txBox="1"/>
          <p:nvPr/>
        </p:nvSpPr>
        <p:spPr>
          <a:xfrm>
            <a:off x="1294790" y="4791456"/>
            <a:ext cx="598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10k</a:t>
            </a:r>
            <a:r>
              <a:rPr lang="zh-CN" altLang="en-US" dirty="0"/>
              <a:t>的频率计</a:t>
            </a:r>
            <a:r>
              <a:rPr lang="en-US" altLang="zh-CN" dirty="0"/>
              <a:t>10000</a:t>
            </a:r>
            <a:r>
              <a:rPr lang="zh-CN" altLang="en-US" dirty="0"/>
              <a:t>个数为</a:t>
            </a:r>
            <a:r>
              <a:rPr lang="en-US" altLang="zh-CN" dirty="0"/>
              <a:t>1s</a:t>
            </a:r>
            <a:r>
              <a:rPr lang="zh-CN" altLang="en-US" dirty="0"/>
              <a:t>。每一秒触发一次，就变为了计时器</a:t>
            </a:r>
          </a:p>
        </p:txBody>
      </p:sp>
    </p:spTree>
    <p:extLst>
      <p:ext uri="{BB962C8B-B14F-4D97-AF65-F5344CB8AC3E}">
        <p14:creationId xmlns:p14="http://schemas.microsoft.com/office/powerpoint/2010/main" val="3454934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44FCC-A997-0E3B-B4E1-65BBC90BA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99" y="0"/>
            <a:ext cx="10515600" cy="1325563"/>
          </a:xfrm>
        </p:spPr>
        <p:txBody>
          <a:bodyPr/>
          <a:lstStyle/>
          <a:p>
            <a:r>
              <a:rPr lang="zh-CN" altLang="en-US" dirty="0"/>
              <a:t>跨文件使用变量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B231B4-2A5A-5AC7-F6E7-0355949A5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如果要跨文件使用变量，直接用是会报错的。假如在</a:t>
            </a:r>
            <a:r>
              <a:rPr lang="en-US" altLang="zh-CN" dirty="0"/>
              <a:t>main</a:t>
            </a:r>
            <a:r>
              <a:rPr lang="zh-CN" altLang="en-US" dirty="0"/>
              <a:t>函数里定义了一个变量，要在另一个</a:t>
            </a:r>
            <a:r>
              <a:rPr lang="en-US" altLang="zh-CN" dirty="0"/>
              <a:t>.c</a:t>
            </a:r>
            <a:r>
              <a:rPr lang="zh-CN" altLang="en-US" dirty="0"/>
              <a:t>文件里面使用，可以在这个</a:t>
            </a:r>
            <a:r>
              <a:rPr lang="en-US" altLang="zh-CN" dirty="0"/>
              <a:t>.c</a:t>
            </a:r>
            <a:r>
              <a:rPr lang="zh-CN" altLang="en-US" dirty="0"/>
              <a:t>文件的前面加</a:t>
            </a:r>
            <a:r>
              <a:rPr lang="en-US" altLang="zh-CN" dirty="0"/>
              <a:t>extern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19802D-C489-5E24-1F6A-8C305013C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2716"/>
            <a:ext cx="8795918" cy="108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2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16BC93-2B6C-5A88-DACF-7BC0850E9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8" y="275616"/>
            <a:ext cx="6934200" cy="340995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2C0B96B-DB6F-304F-E3A8-E01E38068297}"/>
              </a:ext>
            </a:extLst>
          </p:cNvPr>
          <p:cNvCxnSpPr/>
          <p:nvPr/>
        </p:nvCxnSpPr>
        <p:spPr>
          <a:xfrm>
            <a:off x="4374490" y="3013862"/>
            <a:ext cx="4645152" cy="17410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DA21FEB-490B-11C6-0863-7C66CD708DD1}"/>
              </a:ext>
            </a:extLst>
          </p:cNvPr>
          <p:cNvSpPr txBox="1"/>
          <p:nvPr/>
        </p:nvSpPr>
        <p:spPr>
          <a:xfrm>
            <a:off x="9019642" y="4359860"/>
            <a:ext cx="310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想要实时显示一个值，需要一直循环刷新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53062B-B04A-613E-CB2A-FE2F1D1F3468}"/>
              </a:ext>
            </a:extLst>
          </p:cNvPr>
          <p:cNvSpPr txBox="1"/>
          <p:nvPr/>
        </p:nvSpPr>
        <p:spPr>
          <a:xfrm>
            <a:off x="7702905" y="1275407"/>
            <a:ext cx="485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主函数第一步进行模块初始化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340AD06-52D0-1EBF-AFE0-22776FF37F35}"/>
              </a:ext>
            </a:extLst>
          </p:cNvPr>
          <p:cNvCxnSpPr/>
          <p:nvPr/>
        </p:nvCxnSpPr>
        <p:spPr>
          <a:xfrm>
            <a:off x="4893869" y="1275407"/>
            <a:ext cx="2618841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18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07181-2947-5493-795F-A4ED7D32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PWM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A342D7-240B-1016-9F44-FC894FB3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9" y="2676525"/>
            <a:ext cx="11380435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6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58148-9E2E-8127-F612-14602B4E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PWM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D97F4E-1F27-4CC1-5A42-A89CFC02514F}"/>
              </a:ext>
            </a:extLst>
          </p:cNvPr>
          <p:cNvSpPr txBox="1"/>
          <p:nvPr/>
        </p:nvSpPr>
        <p:spPr>
          <a:xfrm>
            <a:off x="687629" y="1521562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要使用</a:t>
            </a:r>
            <a:r>
              <a:rPr lang="en-US" altLang="zh-CN" dirty="0" err="1"/>
              <a:t>pwm</a:t>
            </a:r>
            <a:r>
              <a:rPr lang="zh-CN" altLang="en-US" dirty="0"/>
              <a:t>波形需要先开启定时器</a:t>
            </a:r>
          </a:p>
        </p:txBody>
      </p:sp>
    </p:spTree>
    <p:extLst>
      <p:ext uri="{BB962C8B-B14F-4D97-AF65-F5344CB8AC3E}">
        <p14:creationId xmlns:p14="http://schemas.microsoft.com/office/powerpoint/2010/main" val="375040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FF4AC9-D492-FA46-9AF3-BFA6195062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440" y="0"/>
            <a:ext cx="5464942" cy="685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76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5618509-D6FD-EBE3-283E-1F7382609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2252274"/>
            <a:ext cx="3718770" cy="34205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521D736-9E31-4453-874E-555E8DDCE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041" y="1421512"/>
            <a:ext cx="3322959" cy="44164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B6BBEBE-6A5F-2363-000D-F62E8890F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15" y="1421512"/>
            <a:ext cx="4248150" cy="360275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786401E-B564-5326-867A-1C9652C74267}"/>
              </a:ext>
            </a:extLst>
          </p:cNvPr>
          <p:cNvSpPr/>
          <p:nvPr/>
        </p:nvSpPr>
        <p:spPr>
          <a:xfrm>
            <a:off x="3311315" y="1421512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786748-EA6E-16A2-BB17-6C0A9663F3B4}"/>
              </a:ext>
            </a:extLst>
          </p:cNvPr>
          <p:cNvSpPr/>
          <p:nvPr/>
        </p:nvSpPr>
        <p:spPr>
          <a:xfrm>
            <a:off x="2244515" y="2564512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91AA58-D1E0-26C9-C457-A08817CF9963}"/>
              </a:ext>
            </a:extLst>
          </p:cNvPr>
          <p:cNvSpPr/>
          <p:nvPr/>
        </p:nvSpPr>
        <p:spPr>
          <a:xfrm>
            <a:off x="2244515" y="3603891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A59F86-8F37-4CFE-233A-14A88008562F}"/>
              </a:ext>
            </a:extLst>
          </p:cNvPr>
          <p:cNvSpPr/>
          <p:nvPr/>
        </p:nvSpPr>
        <p:spPr>
          <a:xfrm>
            <a:off x="2295315" y="4382903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2B1E4C6-0D07-A77A-F8A9-E3DEA22B46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439"/>
          <a:stretch>
            <a:fillRect/>
          </a:stretch>
        </p:blipFill>
        <p:spPr>
          <a:xfrm>
            <a:off x="5181440" y="431898"/>
            <a:ext cx="6472660" cy="75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41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78EAFFC-77CA-48CE-F339-D7B26E21F2EB}"/>
              </a:ext>
            </a:extLst>
          </p:cNvPr>
          <p:cNvSpPr txBox="1"/>
          <p:nvPr/>
        </p:nvSpPr>
        <p:spPr>
          <a:xfrm>
            <a:off x="2278856" y="23925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在 </a:t>
            </a:r>
            <a:r>
              <a:rPr lang="en-US" altLang="zh-CN" b="0" i="0" dirty="0">
                <a:effectLst/>
                <a:latin typeface="Inter"/>
              </a:rPr>
              <a:t>PWM </a:t>
            </a:r>
            <a:r>
              <a:rPr lang="zh-CN" altLang="en-US" b="0" i="0" dirty="0">
                <a:effectLst/>
                <a:latin typeface="Inter"/>
              </a:rPr>
              <a:t>输出模式下，这个函数可以动态调整输出波形的占空比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9CA9D4-3F30-2367-C89B-B803DC6F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544512"/>
            <a:ext cx="4657725" cy="11334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DEBE3F9-C5A7-DBDD-4F05-7CABE51B2BD0}"/>
              </a:ext>
            </a:extLst>
          </p:cNvPr>
          <p:cNvSpPr/>
          <p:nvPr/>
        </p:nvSpPr>
        <p:spPr>
          <a:xfrm>
            <a:off x="895350" y="1047750"/>
            <a:ext cx="3733800" cy="266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A53BC8-F7E5-2B5C-322A-BBC603FAEC86}"/>
              </a:ext>
            </a:extLst>
          </p:cNvPr>
          <p:cNvSpPr/>
          <p:nvPr/>
        </p:nvSpPr>
        <p:spPr>
          <a:xfrm>
            <a:off x="844550" y="914400"/>
            <a:ext cx="3867150" cy="565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A761A6B-8C02-4162-AAC8-05D29F3F850C}"/>
              </a:ext>
            </a:extLst>
          </p:cNvPr>
          <p:cNvCxnSpPr>
            <a:cxnSpLocks/>
          </p:cNvCxnSpPr>
          <p:nvPr/>
        </p:nvCxnSpPr>
        <p:spPr>
          <a:xfrm flipV="1">
            <a:off x="4711700" y="1111249"/>
            <a:ext cx="895350" cy="317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0595ED44-1661-FF78-2EAF-CB024E9F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568126"/>
            <a:ext cx="5370512" cy="12576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34F837D5-9AF8-A9E8-CA4F-06D7A5EA3F9F}"/>
                  </a:ext>
                </a:extLst>
              </p14:cNvPr>
              <p14:cNvContentPartPr/>
              <p14:nvPr/>
            </p14:nvContentPartPr>
            <p14:xfrm>
              <a:off x="1771560" y="2771640"/>
              <a:ext cx="6467760" cy="324360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34F837D5-9AF8-A9E8-CA4F-06D7A5EA3F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2200" y="2762280"/>
                <a:ext cx="6486480" cy="32623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247B66A0-8476-0550-A0E8-DDE15A00E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7918" y="3178369"/>
            <a:ext cx="3797101" cy="222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54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F82E7-CDE8-AEA3-8E3E-AB57B5A7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设置占空比函数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58AA00-6F78-5A17-C7FD-49923811B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/**</a:t>
            </a:r>
          </a:p>
          <a:p>
            <a:r>
              <a:rPr lang="en-US" altLang="zh-CN" dirty="0"/>
              <a:t>  * </a:t>
            </a:r>
            <a:r>
              <a:rPr lang="zh-CN" altLang="en-US" dirty="0"/>
              <a:t>函    数：</a:t>
            </a:r>
            <a:r>
              <a:rPr lang="en-US" altLang="zh-CN" dirty="0"/>
              <a:t>PWM</a:t>
            </a:r>
            <a:r>
              <a:rPr lang="zh-CN" altLang="en-US" dirty="0"/>
              <a:t>设置</a:t>
            </a:r>
            <a:r>
              <a:rPr lang="en-US" altLang="zh-CN" dirty="0"/>
              <a:t>CCR</a:t>
            </a:r>
          </a:p>
          <a:p>
            <a:r>
              <a:rPr lang="en-US" altLang="zh-CN" dirty="0"/>
              <a:t>  * </a:t>
            </a:r>
            <a:r>
              <a:rPr lang="zh-CN" altLang="en-US" dirty="0"/>
              <a:t>参    数：</a:t>
            </a:r>
            <a:r>
              <a:rPr lang="en-US" altLang="zh-CN" dirty="0"/>
              <a:t>Compare </a:t>
            </a:r>
            <a:r>
              <a:rPr lang="zh-CN" altLang="en-US" dirty="0"/>
              <a:t>要写入的</a:t>
            </a:r>
            <a:r>
              <a:rPr lang="en-US" altLang="zh-CN" dirty="0"/>
              <a:t>CCR</a:t>
            </a:r>
            <a:r>
              <a:rPr lang="zh-CN" altLang="en-US" dirty="0"/>
              <a:t>的值，范围：</a:t>
            </a:r>
            <a:r>
              <a:rPr lang="en-US" altLang="zh-CN" dirty="0"/>
              <a:t>0~100</a:t>
            </a:r>
          </a:p>
          <a:p>
            <a:r>
              <a:rPr lang="en-US" altLang="zh-CN" dirty="0"/>
              <a:t>  * </a:t>
            </a:r>
            <a:r>
              <a:rPr lang="zh-CN" altLang="en-US" dirty="0"/>
              <a:t>返 回 值：无</a:t>
            </a:r>
          </a:p>
          <a:p>
            <a:r>
              <a:rPr lang="zh-CN" altLang="en-US" dirty="0"/>
              <a:t>  * 注意事项：</a:t>
            </a:r>
            <a:r>
              <a:rPr lang="en-US" altLang="zh-CN" dirty="0"/>
              <a:t>CCR</a:t>
            </a:r>
            <a:r>
              <a:rPr lang="zh-CN" altLang="en-US" dirty="0"/>
              <a:t>和</a:t>
            </a:r>
            <a:r>
              <a:rPr lang="en-US" altLang="zh-CN" dirty="0"/>
              <a:t>ARR</a:t>
            </a:r>
            <a:r>
              <a:rPr lang="zh-CN" altLang="en-US" dirty="0"/>
              <a:t>共同决定占空比，此函数仅设置</a:t>
            </a:r>
            <a:r>
              <a:rPr lang="en-US" altLang="zh-CN" dirty="0"/>
              <a:t>CCR</a:t>
            </a:r>
            <a:r>
              <a:rPr lang="zh-CN" altLang="en-US" dirty="0"/>
              <a:t>的值，并不直接是占空比</a:t>
            </a:r>
          </a:p>
          <a:p>
            <a:r>
              <a:rPr lang="zh-CN" altLang="en-US" dirty="0"/>
              <a:t>  *           占空比</a:t>
            </a:r>
            <a:r>
              <a:rPr lang="en-US" altLang="zh-CN" dirty="0"/>
              <a:t>Duty = CCR / (ARR + 1)</a:t>
            </a:r>
          </a:p>
          <a:p>
            <a:r>
              <a:rPr lang="en-US" altLang="zh-CN" dirty="0"/>
              <a:t>  */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void PWM_SetCompare1(uint16_t Compare)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{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TIM_SetCompare1(TIM2, Compare);		//</a:t>
            </a:r>
            <a:r>
              <a:rPr lang="zh-CN" altLang="en-US" dirty="0">
                <a:solidFill>
                  <a:srgbClr val="FF0000"/>
                </a:solidFill>
              </a:rPr>
              <a:t>设置</a:t>
            </a:r>
            <a:r>
              <a:rPr lang="en-US" altLang="zh-CN" dirty="0">
                <a:solidFill>
                  <a:srgbClr val="FF0000"/>
                </a:solidFill>
              </a:rPr>
              <a:t>CCR1</a:t>
            </a:r>
            <a:r>
              <a:rPr lang="zh-CN" altLang="en-US" dirty="0">
                <a:solidFill>
                  <a:srgbClr val="FF0000"/>
                </a:solidFill>
              </a:rPr>
              <a:t>的值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426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8461F-3527-E558-39A7-32C179EC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ADC</a:t>
            </a:r>
            <a:r>
              <a:rPr lang="zh-CN" altLang="en-US" dirty="0"/>
              <a:t>模数转换器</a:t>
            </a:r>
          </a:p>
        </p:txBody>
      </p:sp>
    </p:spTree>
    <p:extLst>
      <p:ext uri="{BB962C8B-B14F-4D97-AF65-F5344CB8AC3E}">
        <p14:creationId xmlns:p14="http://schemas.microsoft.com/office/powerpoint/2010/main" val="4255890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41E0D-F663-B141-0965-7D3582F71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82835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6C1437B-9AA6-0C1B-C391-1087745FAFFE}"/>
              </a:ext>
            </a:extLst>
          </p:cNvPr>
          <p:cNvSpPr txBox="1"/>
          <p:nvPr/>
        </p:nvSpPr>
        <p:spPr>
          <a:xfrm>
            <a:off x="9092794" y="190195"/>
            <a:ext cx="27139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、开启时钟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gpio</a:t>
            </a:r>
            <a:r>
              <a:rPr lang="zh-CN" altLang="en-US" dirty="0"/>
              <a:t>初始化</a:t>
            </a:r>
          </a:p>
        </p:txBody>
      </p:sp>
    </p:spTree>
    <p:extLst>
      <p:ext uri="{BB962C8B-B14F-4D97-AF65-F5344CB8AC3E}">
        <p14:creationId xmlns:p14="http://schemas.microsoft.com/office/powerpoint/2010/main" val="127095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5551</TotalTime>
  <Words>541</Words>
  <Application>Microsoft Office PowerPoint</Application>
  <PresentationFormat>宽屏</PresentationFormat>
  <Paragraphs>69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Inter</vt:lpstr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定时器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跨文件使用变量</vt:lpstr>
      <vt:lpstr>PowerPoint 演示文稿</vt:lpstr>
      <vt:lpstr>PWM</vt:lpstr>
      <vt:lpstr>PWM</vt:lpstr>
      <vt:lpstr>PowerPoint 演示文稿</vt:lpstr>
      <vt:lpstr>PowerPoint 演示文稿</vt:lpstr>
      <vt:lpstr>PowerPoint 演示文稿</vt:lpstr>
      <vt:lpstr>设置占空比函数</vt:lpstr>
      <vt:lpstr>ADC模数转换器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Haodong Zheng</dc:creator>
  <cp:lastModifiedBy>Haodong Zheng</cp:lastModifiedBy>
  <cp:revision>4</cp:revision>
  <dcterms:created xsi:type="dcterms:W3CDTF">2025-07-22T08:25:27Z</dcterms:created>
  <dcterms:modified xsi:type="dcterms:W3CDTF">2025-08-03T15:03:19Z</dcterms:modified>
</cp:coreProperties>
</file>